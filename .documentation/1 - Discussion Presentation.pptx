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57" r:id="rId8"/>
    <p:sldId id="263" r:id="rId9"/>
    <p:sldId id="264" r:id="rId10"/>
    <p:sldId id="266" r:id="rId11"/>
    <p:sldId id="268" r:id="rId12"/>
    <p:sldId id="265" r:id="rId13"/>
    <p:sldId id="267"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1C1C"/>
    <a:srgbClr val="212121"/>
    <a:srgbClr val="F2F0EF"/>
    <a:srgbClr val="A68516"/>
    <a:srgbClr val="A685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B0BB71-500C-4968-9A09-F366F8358642}" v="4" dt="2026-06-17T08:53:34.6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58" y="28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Cooke (Student)" userId="af0673c5-c271-43ac-8ae3-732855b57c3b" providerId="ADAL" clId="{A9CA5C89-A74B-4A45-AD13-795287B13401}"/>
    <pc:docChg chg="undo redo custSel addSld delSld modSld sldOrd modMainMaster">
      <pc:chgData name="George Cooke (Student)" userId="af0673c5-c271-43ac-8ae3-732855b57c3b" providerId="ADAL" clId="{A9CA5C89-A74B-4A45-AD13-795287B13401}" dt="2026-06-14T15:30:46.885" v="4544" actId="20577"/>
      <pc:docMkLst>
        <pc:docMk/>
      </pc:docMkLst>
      <pc:sldChg chg="addSp delSp modSp mod setBg">
        <pc:chgData name="George Cooke (Student)" userId="af0673c5-c271-43ac-8ae3-732855b57c3b" providerId="ADAL" clId="{A9CA5C89-A74B-4A45-AD13-795287B13401}" dt="2026-06-14T13:43:40.535" v="141" actId="2711"/>
        <pc:sldMkLst>
          <pc:docMk/>
          <pc:sldMk cId="2918856913" sldId="256"/>
        </pc:sldMkLst>
        <pc:spChg chg="add mod ord">
          <ac:chgData name="George Cooke (Student)" userId="af0673c5-c271-43ac-8ae3-732855b57c3b" providerId="ADAL" clId="{A9CA5C89-A74B-4A45-AD13-795287B13401}" dt="2026-06-14T13:43:40.535" v="141" actId="2711"/>
          <ac:spMkLst>
            <pc:docMk/>
            <pc:sldMk cId="2918856913" sldId="256"/>
            <ac:spMk id="6" creationId="{636ED9A4-4EB0-C44D-DA48-CFE01A470877}"/>
          </ac:spMkLst>
        </pc:spChg>
      </pc:sldChg>
      <pc:sldChg chg="addSp delSp modSp add mod setBg modAnim">
        <pc:chgData name="George Cooke (Student)" userId="af0673c5-c271-43ac-8ae3-732855b57c3b" providerId="ADAL" clId="{A9CA5C89-A74B-4A45-AD13-795287B13401}" dt="2026-06-14T14:15:34.038" v="1383"/>
        <pc:sldMkLst>
          <pc:docMk/>
          <pc:sldMk cId="2671213532" sldId="257"/>
        </pc:sldMkLst>
        <pc:spChg chg="add mod">
          <ac:chgData name="George Cooke (Student)" userId="af0673c5-c271-43ac-8ae3-732855b57c3b" providerId="ADAL" clId="{A9CA5C89-A74B-4A45-AD13-795287B13401}" dt="2026-06-14T13:44:36.343" v="163" actId="1076"/>
          <ac:spMkLst>
            <pc:docMk/>
            <pc:sldMk cId="2671213532" sldId="257"/>
            <ac:spMk id="2" creationId="{7E820A05-DA47-1B12-9191-D8DE868BF65D}"/>
          </ac:spMkLst>
        </pc:spChg>
        <pc:spChg chg="add mod">
          <ac:chgData name="George Cooke (Student)" userId="af0673c5-c271-43ac-8ae3-732855b57c3b" providerId="ADAL" clId="{A9CA5C89-A74B-4A45-AD13-795287B13401}" dt="2026-06-14T13:50:15.963" v="326" actId="1036"/>
          <ac:spMkLst>
            <pc:docMk/>
            <pc:sldMk cId="2671213532" sldId="257"/>
            <ac:spMk id="3" creationId="{720D758D-AFAD-8192-653B-660893513422}"/>
          </ac:spMkLst>
        </pc:spChg>
        <pc:spChg chg="add mod">
          <ac:chgData name="George Cooke (Student)" userId="af0673c5-c271-43ac-8ae3-732855b57c3b" providerId="ADAL" clId="{A9CA5C89-A74B-4A45-AD13-795287B13401}" dt="2026-06-14T13:50:15.963" v="326" actId="1036"/>
          <ac:spMkLst>
            <pc:docMk/>
            <pc:sldMk cId="2671213532" sldId="257"/>
            <ac:spMk id="5" creationId="{CBB9FB62-C248-0B80-1E28-EAFE11908069}"/>
          </ac:spMkLst>
        </pc:spChg>
        <pc:spChg chg="add mod">
          <ac:chgData name="George Cooke (Student)" userId="af0673c5-c271-43ac-8ae3-732855b57c3b" providerId="ADAL" clId="{A9CA5C89-A74B-4A45-AD13-795287B13401}" dt="2026-06-14T13:50:15.963" v="326" actId="1036"/>
          <ac:spMkLst>
            <pc:docMk/>
            <pc:sldMk cId="2671213532" sldId="257"/>
            <ac:spMk id="8" creationId="{2FA5A2A6-D873-0DDA-2F17-FE1F7446996D}"/>
          </ac:spMkLst>
        </pc:spChg>
        <pc:spChg chg="add mod">
          <ac:chgData name="George Cooke (Student)" userId="af0673c5-c271-43ac-8ae3-732855b57c3b" providerId="ADAL" clId="{A9CA5C89-A74B-4A45-AD13-795287B13401}" dt="2026-06-14T13:50:15.963" v="326" actId="1036"/>
          <ac:spMkLst>
            <pc:docMk/>
            <pc:sldMk cId="2671213532" sldId="257"/>
            <ac:spMk id="10" creationId="{E8B2BCDC-D538-ABF1-E85B-76FD18401D40}"/>
          </ac:spMkLst>
        </pc:spChg>
        <pc:spChg chg="add mod">
          <ac:chgData name="George Cooke (Student)" userId="af0673c5-c271-43ac-8ae3-732855b57c3b" providerId="ADAL" clId="{A9CA5C89-A74B-4A45-AD13-795287B13401}" dt="2026-06-14T13:50:15.963" v="326" actId="1036"/>
          <ac:spMkLst>
            <pc:docMk/>
            <pc:sldMk cId="2671213532" sldId="257"/>
            <ac:spMk id="12" creationId="{30FF466C-EC93-A6EA-DC8F-A91EA799587C}"/>
          </ac:spMkLst>
        </pc:spChg>
        <pc:cxnChg chg="add mod">
          <ac:chgData name="George Cooke (Student)" userId="af0673c5-c271-43ac-8ae3-732855b57c3b" providerId="ADAL" clId="{A9CA5C89-A74B-4A45-AD13-795287B13401}" dt="2026-06-14T13:50:52.987" v="333" actId="208"/>
          <ac:cxnSpMkLst>
            <pc:docMk/>
            <pc:sldMk cId="2671213532" sldId="257"/>
            <ac:cxnSpMk id="20" creationId="{929684C4-0725-3177-8F36-C0F3A821CDDF}"/>
          </ac:cxnSpMkLst>
        </pc:cxnChg>
        <pc:cxnChg chg="add mod">
          <ac:chgData name="George Cooke (Student)" userId="af0673c5-c271-43ac-8ae3-732855b57c3b" providerId="ADAL" clId="{A9CA5C89-A74B-4A45-AD13-795287B13401}" dt="2026-06-14T13:50:52.987" v="333" actId="208"/>
          <ac:cxnSpMkLst>
            <pc:docMk/>
            <pc:sldMk cId="2671213532" sldId="257"/>
            <ac:cxnSpMk id="22" creationId="{F90162B5-A701-EC61-9A50-256078BD6D38}"/>
          </ac:cxnSpMkLst>
        </pc:cxnChg>
        <pc:cxnChg chg="add mod">
          <ac:chgData name="George Cooke (Student)" userId="af0673c5-c271-43ac-8ae3-732855b57c3b" providerId="ADAL" clId="{A9CA5C89-A74B-4A45-AD13-795287B13401}" dt="2026-06-14T13:50:52.987" v="333" actId="208"/>
          <ac:cxnSpMkLst>
            <pc:docMk/>
            <pc:sldMk cId="2671213532" sldId="257"/>
            <ac:cxnSpMk id="24" creationId="{08AC8FD2-E02C-4F01-3882-3009C007E5BB}"/>
          </ac:cxnSpMkLst>
        </pc:cxnChg>
        <pc:cxnChg chg="add mod">
          <ac:chgData name="George Cooke (Student)" userId="af0673c5-c271-43ac-8ae3-732855b57c3b" providerId="ADAL" clId="{A9CA5C89-A74B-4A45-AD13-795287B13401}" dt="2026-06-14T13:50:52.987" v="333" actId="208"/>
          <ac:cxnSpMkLst>
            <pc:docMk/>
            <pc:sldMk cId="2671213532" sldId="257"/>
            <ac:cxnSpMk id="26" creationId="{DF48FB6E-5F5B-CEAD-6BA3-533CD09F0E78}"/>
          </ac:cxnSpMkLst>
        </pc:cxnChg>
      </pc:sldChg>
      <pc:sldChg chg="addSp delSp modSp add mod ord modTransition modAnim">
        <pc:chgData name="George Cooke (Student)" userId="af0673c5-c271-43ac-8ae3-732855b57c3b" providerId="ADAL" clId="{A9CA5C89-A74B-4A45-AD13-795287B13401}" dt="2026-06-14T14:03:22.362" v="763"/>
        <pc:sldMkLst>
          <pc:docMk/>
          <pc:sldMk cId="48702804" sldId="258"/>
        </pc:sldMkLst>
        <pc:spChg chg="mod">
          <ac:chgData name="George Cooke (Student)" userId="af0673c5-c271-43ac-8ae3-732855b57c3b" providerId="ADAL" clId="{A9CA5C89-A74B-4A45-AD13-795287B13401}" dt="2026-06-14T13:53:52.294" v="397" actId="1076"/>
          <ac:spMkLst>
            <pc:docMk/>
            <pc:sldMk cId="48702804" sldId="258"/>
            <ac:spMk id="2" creationId="{EBB72348-7BA3-93E7-874B-9607E8E8F4CB}"/>
          </ac:spMkLst>
        </pc:spChg>
        <pc:spChg chg="add mod">
          <ac:chgData name="George Cooke (Student)" userId="af0673c5-c271-43ac-8ae3-732855b57c3b" providerId="ADAL" clId="{A9CA5C89-A74B-4A45-AD13-795287B13401}" dt="2026-06-14T13:54:40.150" v="411" actId="1076"/>
          <ac:spMkLst>
            <pc:docMk/>
            <pc:sldMk cId="48702804" sldId="258"/>
            <ac:spMk id="14" creationId="{9F3F410C-EC7C-5AE9-F26D-8021203CCFEA}"/>
          </ac:spMkLst>
        </pc:spChg>
        <pc:spChg chg="add mod">
          <ac:chgData name="George Cooke (Student)" userId="af0673c5-c271-43ac-8ae3-732855b57c3b" providerId="ADAL" clId="{A9CA5C89-A74B-4A45-AD13-795287B13401}" dt="2026-06-14T13:57:31.701" v="742" actId="14100"/>
          <ac:spMkLst>
            <pc:docMk/>
            <pc:sldMk cId="48702804" sldId="258"/>
            <ac:spMk id="15" creationId="{F088C958-6F08-C7B6-A1AC-8F6509C784FD}"/>
          </ac:spMkLst>
        </pc:spChg>
        <pc:picChg chg="add mod modCrop">
          <ac:chgData name="George Cooke (Student)" userId="af0673c5-c271-43ac-8ae3-732855b57c3b" providerId="ADAL" clId="{A9CA5C89-A74B-4A45-AD13-795287B13401}" dt="2026-06-14T13:58:30.516" v="751" actId="18131"/>
          <ac:picMkLst>
            <pc:docMk/>
            <pc:sldMk cId="48702804" sldId="258"/>
            <ac:picMk id="18" creationId="{2A9C63DC-AB54-FA4E-DC6B-8702F5645455}"/>
          </ac:picMkLst>
        </pc:picChg>
        <pc:picChg chg="add mod">
          <ac:chgData name="George Cooke (Student)" userId="af0673c5-c271-43ac-8ae3-732855b57c3b" providerId="ADAL" clId="{A9CA5C89-A74B-4A45-AD13-795287B13401}" dt="2026-06-14T14:00:30.717" v="758" actId="29295"/>
          <ac:picMkLst>
            <pc:docMk/>
            <pc:sldMk cId="48702804" sldId="258"/>
            <ac:picMk id="21" creationId="{51537D71-D505-7405-5678-861E5AFE6623}"/>
          </ac:picMkLst>
        </pc:picChg>
      </pc:sldChg>
      <pc:sldChg chg="addSp delSp modSp add mod">
        <pc:chgData name="George Cooke (Student)" userId="af0673c5-c271-43ac-8ae3-732855b57c3b" providerId="ADAL" clId="{A9CA5C89-A74B-4A45-AD13-795287B13401}" dt="2026-06-14T14:04:55.300" v="911" actId="20577"/>
        <pc:sldMkLst>
          <pc:docMk/>
          <pc:sldMk cId="401724139" sldId="259"/>
        </pc:sldMkLst>
        <pc:spChg chg="mod">
          <ac:chgData name="George Cooke (Student)" userId="af0673c5-c271-43ac-8ae3-732855b57c3b" providerId="ADAL" clId="{A9CA5C89-A74B-4A45-AD13-795287B13401}" dt="2026-06-14T14:03:48.676" v="804" actId="20577"/>
          <ac:spMkLst>
            <pc:docMk/>
            <pc:sldMk cId="401724139" sldId="259"/>
            <ac:spMk id="2" creationId="{EB20E166-FD73-1C7D-53B6-0C6454D0C981}"/>
          </ac:spMkLst>
        </pc:spChg>
        <pc:spChg chg="add">
          <ac:chgData name="George Cooke (Student)" userId="af0673c5-c271-43ac-8ae3-732855b57c3b" providerId="ADAL" clId="{A9CA5C89-A74B-4A45-AD13-795287B13401}" dt="2026-06-14T14:04:01.322" v="805" actId="22"/>
          <ac:spMkLst>
            <pc:docMk/>
            <pc:sldMk cId="401724139" sldId="259"/>
            <ac:spMk id="7" creationId="{F7E2466A-1215-EBC7-00FB-726320640E24}"/>
          </ac:spMkLst>
        </pc:spChg>
        <pc:spChg chg="add mod">
          <ac:chgData name="George Cooke (Student)" userId="af0673c5-c271-43ac-8ae3-732855b57c3b" providerId="ADAL" clId="{A9CA5C89-A74B-4A45-AD13-795287B13401}" dt="2026-06-14T14:04:55.300" v="911" actId="20577"/>
          <ac:spMkLst>
            <pc:docMk/>
            <pc:sldMk cId="401724139" sldId="259"/>
            <ac:spMk id="10" creationId="{2B7C3F3B-F4C7-F3D5-4B67-AB98E9B5C939}"/>
          </ac:spMkLst>
        </pc:spChg>
        <pc:picChg chg="add">
          <ac:chgData name="George Cooke (Student)" userId="af0673c5-c271-43ac-8ae3-732855b57c3b" providerId="ADAL" clId="{A9CA5C89-A74B-4A45-AD13-795287B13401}" dt="2026-06-14T14:04:04.163" v="806" actId="22"/>
          <ac:picMkLst>
            <pc:docMk/>
            <pc:sldMk cId="401724139" sldId="259"/>
            <ac:picMk id="12" creationId="{C09A5E5C-2353-7D99-5AAC-E52044E90E79}"/>
          </ac:picMkLst>
        </pc:picChg>
      </pc:sldChg>
      <pc:sldChg chg="addSp delSp modSp add mod delAnim modAnim">
        <pc:chgData name="George Cooke (Student)" userId="af0673c5-c271-43ac-8ae3-732855b57c3b" providerId="ADAL" clId="{A9CA5C89-A74B-4A45-AD13-795287B13401}" dt="2026-06-14T14:07:42.336" v="1118"/>
        <pc:sldMkLst>
          <pc:docMk/>
          <pc:sldMk cId="1975454145" sldId="260"/>
        </pc:sldMkLst>
        <pc:spChg chg="mod">
          <ac:chgData name="George Cooke (Student)" userId="af0673c5-c271-43ac-8ae3-732855b57c3b" providerId="ADAL" clId="{A9CA5C89-A74B-4A45-AD13-795287B13401}" dt="2026-06-14T14:05:07.276" v="914" actId="20577"/>
          <ac:spMkLst>
            <pc:docMk/>
            <pc:sldMk cId="1975454145" sldId="260"/>
            <ac:spMk id="2" creationId="{DFB053C1-0DC3-5591-4A99-85E0CA147535}"/>
          </ac:spMkLst>
        </pc:spChg>
        <pc:spChg chg="mod">
          <ac:chgData name="George Cooke (Student)" userId="af0673c5-c271-43ac-8ae3-732855b57c3b" providerId="ADAL" clId="{A9CA5C89-A74B-4A45-AD13-795287B13401}" dt="2026-06-14T14:05:17.564" v="946" actId="20577"/>
          <ac:spMkLst>
            <pc:docMk/>
            <pc:sldMk cId="1975454145" sldId="260"/>
            <ac:spMk id="14" creationId="{DD7E5D26-95A5-8D80-DB2C-01BE36068BDE}"/>
          </ac:spMkLst>
        </pc:spChg>
        <pc:spChg chg="mod">
          <ac:chgData name="George Cooke (Student)" userId="af0673c5-c271-43ac-8ae3-732855b57c3b" providerId="ADAL" clId="{A9CA5C89-A74B-4A45-AD13-795287B13401}" dt="2026-06-14T14:06:11.428" v="1108" actId="20577"/>
          <ac:spMkLst>
            <pc:docMk/>
            <pc:sldMk cId="1975454145" sldId="260"/>
            <ac:spMk id="15" creationId="{7182C0D8-0D2D-34ED-E00B-CFCD945DAD72}"/>
          </ac:spMkLst>
        </pc:spChg>
        <pc:picChg chg="add mod modCrop">
          <ac:chgData name="George Cooke (Student)" userId="af0673c5-c271-43ac-8ae3-732855b57c3b" providerId="ADAL" clId="{A9CA5C89-A74B-4A45-AD13-795287B13401}" dt="2026-06-14T14:07:36.540" v="1117" actId="18131"/>
          <ac:picMkLst>
            <pc:docMk/>
            <pc:sldMk cId="1975454145" sldId="260"/>
            <ac:picMk id="4" creationId="{AB0075DB-B89D-6601-3ABB-5184504EFE48}"/>
          </ac:picMkLst>
        </pc:picChg>
        <pc:picChg chg="add mod">
          <ac:chgData name="George Cooke (Student)" userId="af0673c5-c271-43ac-8ae3-732855b57c3b" providerId="ADAL" clId="{A9CA5C89-A74B-4A45-AD13-795287B13401}" dt="2026-06-14T14:07:42.336" v="1118"/>
          <ac:picMkLst>
            <pc:docMk/>
            <pc:sldMk cId="1975454145" sldId="260"/>
            <ac:picMk id="5" creationId="{2594F841-256C-56C8-1B67-9426ED3F752D}"/>
          </ac:picMkLst>
        </pc:picChg>
      </pc:sldChg>
      <pc:sldChg chg="addSp delSp modSp add mod">
        <pc:chgData name="George Cooke (Student)" userId="af0673c5-c271-43ac-8ae3-732855b57c3b" providerId="ADAL" clId="{A9CA5C89-A74B-4A45-AD13-795287B13401}" dt="2026-06-14T14:08:34.077" v="1244" actId="20577"/>
        <pc:sldMkLst>
          <pc:docMk/>
          <pc:sldMk cId="1251812366" sldId="261"/>
        </pc:sldMkLst>
        <pc:spChg chg="mod">
          <ac:chgData name="George Cooke (Student)" userId="af0673c5-c271-43ac-8ae3-732855b57c3b" providerId="ADAL" clId="{A9CA5C89-A74B-4A45-AD13-795287B13401}" dt="2026-06-14T14:07:50.406" v="1120" actId="20577"/>
          <ac:spMkLst>
            <pc:docMk/>
            <pc:sldMk cId="1251812366" sldId="261"/>
            <ac:spMk id="2" creationId="{22389E6E-D3DB-E2CC-21AD-20C57F131E59}"/>
          </ac:spMkLst>
        </pc:spChg>
        <pc:spChg chg="add">
          <ac:chgData name="George Cooke (Student)" userId="af0673c5-c271-43ac-8ae3-732855b57c3b" providerId="ADAL" clId="{A9CA5C89-A74B-4A45-AD13-795287B13401}" dt="2026-06-14T14:08:08.922" v="1124" actId="22"/>
          <ac:spMkLst>
            <pc:docMk/>
            <pc:sldMk cId="1251812366" sldId="261"/>
            <ac:spMk id="8" creationId="{7A54DC1F-F5C3-7BF1-5C22-D819EC22F94F}"/>
          </ac:spMkLst>
        </pc:spChg>
        <pc:spChg chg="add mod">
          <ac:chgData name="George Cooke (Student)" userId="af0673c5-c271-43ac-8ae3-732855b57c3b" providerId="ADAL" clId="{A9CA5C89-A74B-4A45-AD13-795287B13401}" dt="2026-06-14T14:08:34.077" v="1244" actId="20577"/>
          <ac:spMkLst>
            <pc:docMk/>
            <pc:sldMk cId="1251812366" sldId="261"/>
            <ac:spMk id="11" creationId="{078E581C-01E3-EB80-AF7E-FC73325B6F6F}"/>
          </ac:spMkLst>
        </pc:spChg>
        <pc:picChg chg="add">
          <ac:chgData name="George Cooke (Student)" userId="af0673c5-c271-43ac-8ae3-732855b57c3b" providerId="ADAL" clId="{A9CA5C89-A74B-4A45-AD13-795287B13401}" dt="2026-06-14T14:07:59.273" v="1121" actId="22"/>
          <ac:picMkLst>
            <pc:docMk/>
            <pc:sldMk cId="1251812366" sldId="261"/>
            <ac:picMk id="4" creationId="{5CE00A8E-7968-22A6-CEAB-DB14D5E1B8FF}"/>
          </ac:picMkLst>
        </pc:picChg>
      </pc:sldChg>
      <pc:sldChg chg="addSp delSp modSp add mod delAnim modAnim">
        <pc:chgData name="George Cooke (Student)" userId="af0673c5-c271-43ac-8ae3-732855b57c3b" providerId="ADAL" clId="{A9CA5C89-A74B-4A45-AD13-795287B13401}" dt="2026-06-14T14:15:19.119" v="1381"/>
        <pc:sldMkLst>
          <pc:docMk/>
          <pc:sldMk cId="3454555298" sldId="262"/>
        </pc:sldMkLst>
        <pc:spChg chg="mod">
          <ac:chgData name="George Cooke (Student)" userId="af0673c5-c271-43ac-8ae3-732855b57c3b" providerId="ADAL" clId="{A9CA5C89-A74B-4A45-AD13-795287B13401}" dt="2026-06-14T14:09:39.260" v="1247" actId="20577"/>
          <ac:spMkLst>
            <pc:docMk/>
            <pc:sldMk cId="3454555298" sldId="262"/>
            <ac:spMk id="2" creationId="{29EB3549-43F7-EAD3-3D85-E858210572A4}"/>
          </ac:spMkLst>
        </pc:spChg>
        <pc:spChg chg="mod">
          <ac:chgData name="George Cooke (Student)" userId="af0673c5-c271-43ac-8ae3-732855b57c3b" providerId="ADAL" clId="{A9CA5C89-A74B-4A45-AD13-795287B13401}" dt="2026-06-14T14:09:47.676" v="1256" actId="20577"/>
          <ac:spMkLst>
            <pc:docMk/>
            <pc:sldMk cId="3454555298" sldId="262"/>
            <ac:spMk id="14" creationId="{5F792415-57C8-2A0A-947C-04E7C041BA7C}"/>
          </ac:spMkLst>
        </pc:spChg>
        <pc:spChg chg="mod">
          <ac:chgData name="George Cooke (Student)" userId="af0673c5-c271-43ac-8ae3-732855b57c3b" providerId="ADAL" clId="{A9CA5C89-A74B-4A45-AD13-795287B13401}" dt="2026-06-14T14:12:32.636" v="1368" actId="20577"/>
          <ac:spMkLst>
            <pc:docMk/>
            <pc:sldMk cId="3454555298" sldId="262"/>
            <ac:spMk id="15" creationId="{B98EDE1C-8029-ECC0-9D44-190854426F53}"/>
          </ac:spMkLst>
        </pc:spChg>
        <pc:picChg chg="add mod modCrop">
          <ac:chgData name="George Cooke (Student)" userId="af0673c5-c271-43ac-8ae3-732855b57c3b" providerId="ADAL" clId="{A9CA5C89-A74B-4A45-AD13-795287B13401}" dt="2026-06-14T14:11:40.116" v="1269" actId="18131"/>
          <ac:picMkLst>
            <pc:docMk/>
            <pc:sldMk cId="3454555298" sldId="262"/>
            <ac:picMk id="11" creationId="{97EA548D-DA8F-F979-B454-273B92EECC10}"/>
          </ac:picMkLst>
        </pc:picChg>
        <pc:picChg chg="add mod">
          <ac:chgData name="George Cooke (Student)" userId="af0673c5-c271-43ac-8ae3-732855b57c3b" providerId="ADAL" clId="{A9CA5C89-A74B-4A45-AD13-795287B13401}" dt="2026-06-14T14:14:56.877" v="1380" actId="29295"/>
          <ac:picMkLst>
            <pc:docMk/>
            <pc:sldMk cId="3454555298" sldId="262"/>
            <ac:picMk id="13" creationId="{FFA2558D-FFF5-0F59-0259-05A2F5CD85AD}"/>
          </ac:picMkLst>
        </pc:picChg>
      </pc:sldChg>
      <pc:sldChg chg="addSp delSp modSp add mod delAnim modAnim">
        <pc:chgData name="George Cooke (Student)" userId="af0673c5-c271-43ac-8ae3-732855b57c3b" providerId="ADAL" clId="{A9CA5C89-A74B-4A45-AD13-795287B13401}" dt="2026-06-14T15:01:26.077" v="4156"/>
        <pc:sldMkLst>
          <pc:docMk/>
          <pc:sldMk cId="1127762955" sldId="263"/>
        </pc:sldMkLst>
        <pc:spChg chg="mod">
          <ac:chgData name="George Cooke (Student)" userId="af0673c5-c271-43ac-8ae3-732855b57c3b" providerId="ADAL" clId="{A9CA5C89-A74B-4A45-AD13-795287B13401}" dt="2026-06-14T14:15:57.947" v="1399" actId="20577"/>
          <ac:spMkLst>
            <pc:docMk/>
            <pc:sldMk cId="1127762955" sldId="263"/>
            <ac:spMk id="2" creationId="{89C88891-8AD1-5F8D-CA68-B8E041A70842}"/>
          </ac:spMkLst>
        </pc:spChg>
        <pc:spChg chg="add mod">
          <ac:chgData name="George Cooke (Student)" userId="af0673c5-c271-43ac-8ae3-732855b57c3b" providerId="ADAL" clId="{A9CA5C89-A74B-4A45-AD13-795287B13401}" dt="2026-06-14T15:01:16.347" v="4155" actId="1036"/>
          <ac:spMkLst>
            <pc:docMk/>
            <pc:sldMk cId="1127762955" sldId="263"/>
            <ac:spMk id="11" creationId="{BE6232D3-EB60-5262-1745-AA57A6396E00}"/>
          </ac:spMkLst>
        </pc:spChg>
        <pc:picChg chg="add mod modCrop">
          <ac:chgData name="George Cooke (Student)" userId="af0673c5-c271-43ac-8ae3-732855b57c3b" providerId="ADAL" clId="{A9CA5C89-A74B-4A45-AD13-795287B13401}" dt="2026-06-14T15:01:16.347" v="4155" actId="1036"/>
          <ac:picMkLst>
            <pc:docMk/>
            <pc:sldMk cId="1127762955" sldId="263"/>
            <ac:picMk id="7" creationId="{1AAFCE39-6462-AD10-C247-DE81A71E0432}"/>
          </ac:picMkLst>
        </pc:picChg>
      </pc:sldChg>
      <pc:sldChg chg="addSp delSp modSp add mod">
        <pc:chgData name="George Cooke (Student)" userId="af0673c5-c271-43ac-8ae3-732855b57c3b" providerId="ADAL" clId="{A9CA5C89-A74B-4A45-AD13-795287B13401}" dt="2026-06-14T14:23:29.564" v="1850" actId="20577"/>
        <pc:sldMkLst>
          <pc:docMk/>
          <pc:sldMk cId="2743234893" sldId="264"/>
        </pc:sldMkLst>
        <pc:spChg chg="add del mod">
          <ac:chgData name="George Cooke (Student)" userId="af0673c5-c271-43ac-8ae3-732855b57c3b" providerId="ADAL" clId="{A9CA5C89-A74B-4A45-AD13-795287B13401}" dt="2026-06-14T14:17:47.940" v="1497" actId="20577"/>
          <ac:spMkLst>
            <pc:docMk/>
            <pc:sldMk cId="2743234893" sldId="264"/>
            <ac:spMk id="2" creationId="{4CE59DEA-5267-E984-AA8F-F654D0894315}"/>
          </ac:spMkLst>
        </pc:spChg>
        <pc:spChg chg="add mod">
          <ac:chgData name="George Cooke (Student)" userId="af0673c5-c271-43ac-8ae3-732855b57c3b" providerId="ADAL" clId="{A9CA5C89-A74B-4A45-AD13-795287B13401}" dt="2026-06-14T14:23:23.476" v="1840" actId="1036"/>
          <ac:spMkLst>
            <pc:docMk/>
            <pc:sldMk cId="2743234893" sldId="264"/>
            <ac:spMk id="4" creationId="{8F0ECE42-77FF-5655-F37A-43490A8D47B6}"/>
          </ac:spMkLst>
        </pc:spChg>
        <pc:spChg chg="add mod">
          <ac:chgData name="George Cooke (Student)" userId="af0673c5-c271-43ac-8ae3-732855b57c3b" providerId="ADAL" clId="{A9CA5C89-A74B-4A45-AD13-795287B13401}" dt="2026-06-14T14:23:29.564" v="1850" actId="20577"/>
          <ac:spMkLst>
            <pc:docMk/>
            <pc:sldMk cId="2743234893" sldId="264"/>
            <ac:spMk id="15" creationId="{A567143B-D678-FEF3-D806-71DCE8D88581}"/>
          </ac:spMkLst>
        </pc:spChg>
        <pc:picChg chg="mod">
          <ac:chgData name="George Cooke (Student)" userId="af0673c5-c271-43ac-8ae3-732855b57c3b" providerId="ADAL" clId="{A9CA5C89-A74B-4A45-AD13-795287B13401}" dt="2026-06-14T14:17:34.302" v="1477" actId="1076"/>
          <ac:picMkLst>
            <pc:docMk/>
            <pc:sldMk cId="2743234893" sldId="264"/>
            <ac:picMk id="7" creationId="{B96E8331-B3DB-CA2C-8489-F35BE4C38862}"/>
          </ac:picMkLst>
        </pc:picChg>
        <pc:picChg chg="add">
          <ac:chgData name="George Cooke (Student)" userId="af0673c5-c271-43ac-8ae3-732855b57c3b" providerId="ADAL" clId="{A9CA5C89-A74B-4A45-AD13-795287B13401}" dt="2026-06-14T14:18:51.753" v="1500" actId="22"/>
          <ac:picMkLst>
            <pc:docMk/>
            <pc:sldMk cId="2743234893" sldId="264"/>
            <ac:picMk id="8" creationId="{1E192D24-C725-B145-3A26-FA7A55A72D29}"/>
          </ac:picMkLst>
        </pc:picChg>
        <pc:picChg chg="add mod modCrop">
          <ac:chgData name="George Cooke (Student)" userId="af0673c5-c271-43ac-8ae3-732855b57c3b" providerId="ADAL" clId="{A9CA5C89-A74B-4A45-AD13-795287B13401}" dt="2026-06-14T14:21:00.107" v="1509" actId="18131"/>
          <ac:picMkLst>
            <pc:docMk/>
            <pc:sldMk cId="2743234893" sldId="264"/>
            <ac:picMk id="10" creationId="{3B48646B-E9AC-C2AF-C28E-88A8E40C4AC8}"/>
          </ac:picMkLst>
        </pc:picChg>
        <pc:picChg chg="add mod modCrop">
          <ac:chgData name="George Cooke (Student)" userId="af0673c5-c271-43ac-8ae3-732855b57c3b" providerId="ADAL" clId="{A9CA5C89-A74B-4A45-AD13-795287B13401}" dt="2026-06-14T14:21:25.172" v="1516" actId="18131"/>
          <ac:picMkLst>
            <pc:docMk/>
            <pc:sldMk cId="2743234893" sldId="264"/>
            <ac:picMk id="13" creationId="{719EC041-3217-EBE2-5A1C-B52C33FE8D2B}"/>
          </ac:picMkLst>
        </pc:picChg>
      </pc:sldChg>
      <pc:sldChg chg="addSp delSp modSp add mod modAnim">
        <pc:chgData name="George Cooke (Student)" userId="af0673c5-c271-43ac-8ae3-732855b57c3b" providerId="ADAL" clId="{A9CA5C89-A74B-4A45-AD13-795287B13401}" dt="2026-06-14T15:29:51.516" v="4538" actId="20577"/>
        <pc:sldMkLst>
          <pc:docMk/>
          <pc:sldMk cId="1547900295" sldId="265"/>
        </pc:sldMkLst>
        <pc:spChg chg="add mod">
          <ac:chgData name="George Cooke (Student)" userId="af0673c5-c271-43ac-8ae3-732855b57c3b" providerId="ADAL" clId="{A9CA5C89-A74B-4A45-AD13-795287B13401}" dt="2026-06-14T14:26:21.419" v="1962" actId="1076"/>
          <ac:spMkLst>
            <pc:docMk/>
            <pc:sldMk cId="1547900295" sldId="265"/>
            <ac:spMk id="5" creationId="{65BFDAEF-DDA0-30ED-BEE4-95B34A93AA52}"/>
          </ac:spMkLst>
        </pc:spChg>
        <pc:spChg chg="add mod">
          <ac:chgData name="George Cooke (Student)" userId="af0673c5-c271-43ac-8ae3-732855b57c3b" providerId="ADAL" clId="{A9CA5C89-A74B-4A45-AD13-795287B13401}" dt="2026-06-14T14:26:21.419" v="1962" actId="1076"/>
          <ac:spMkLst>
            <pc:docMk/>
            <pc:sldMk cId="1547900295" sldId="265"/>
            <ac:spMk id="11" creationId="{A256AE64-5FF2-917F-1D50-90240012F94C}"/>
          </ac:spMkLst>
        </pc:spChg>
        <pc:spChg chg="add mod">
          <ac:chgData name="George Cooke (Student)" userId="af0673c5-c271-43ac-8ae3-732855b57c3b" providerId="ADAL" clId="{A9CA5C89-A74B-4A45-AD13-795287B13401}" dt="2026-06-14T14:26:21.419" v="1962" actId="1076"/>
          <ac:spMkLst>
            <pc:docMk/>
            <pc:sldMk cId="1547900295" sldId="265"/>
            <ac:spMk id="14" creationId="{967E6AEE-D9E7-DB9B-A0D1-8E4AB47663CD}"/>
          </ac:spMkLst>
        </pc:spChg>
        <pc:spChg chg="add mod">
          <ac:chgData name="George Cooke (Student)" userId="af0673c5-c271-43ac-8ae3-732855b57c3b" providerId="ADAL" clId="{A9CA5C89-A74B-4A45-AD13-795287B13401}" dt="2026-06-14T14:33:29.111" v="2343" actId="113"/>
          <ac:spMkLst>
            <pc:docMk/>
            <pc:sldMk cId="1547900295" sldId="265"/>
            <ac:spMk id="16" creationId="{775C2F40-7E20-C5D5-8CD8-AFC748C59635}"/>
          </ac:spMkLst>
        </pc:spChg>
        <pc:spChg chg="add mod">
          <ac:chgData name="George Cooke (Student)" userId="af0673c5-c271-43ac-8ae3-732855b57c3b" providerId="ADAL" clId="{A9CA5C89-A74B-4A45-AD13-795287B13401}" dt="2026-06-14T14:35:27.373" v="2647" actId="20577"/>
          <ac:spMkLst>
            <pc:docMk/>
            <pc:sldMk cId="1547900295" sldId="265"/>
            <ac:spMk id="24" creationId="{587FB940-FC43-63E0-B5EE-F0C4513E5AA9}"/>
          </ac:spMkLst>
        </pc:spChg>
        <pc:spChg chg="add mod">
          <ac:chgData name="George Cooke (Student)" userId="af0673c5-c271-43ac-8ae3-732855b57c3b" providerId="ADAL" clId="{A9CA5C89-A74B-4A45-AD13-795287B13401}" dt="2026-06-14T15:29:51.516" v="4538" actId="20577"/>
          <ac:spMkLst>
            <pc:docMk/>
            <pc:sldMk cId="1547900295" sldId="265"/>
            <ac:spMk id="28" creationId="{833711AF-639E-7E58-3328-D37E723057EA}"/>
          </ac:spMkLst>
        </pc:spChg>
        <pc:picChg chg="add mod modCrop">
          <ac:chgData name="George Cooke (Student)" userId="af0673c5-c271-43ac-8ae3-732855b57c3b" providerId="ADAL" clId="{A9CA5C89-A74B-4A45-AD13-795287B13401}" dt="2026-06-14T14:33:18.656" v="2338" actId="18131"/>
          <ac:picMkLst>
            <pc:docMk/>
            <pc:sldMk cId="1547900295" sldId="265"/>
            <ac:picMk id="20" creationId="{F8EFD775-54A9-75E3-DC0E-B7D6BF34305F}"/>
          </ac:picMkLst>
        </pc:picChg>
        <pc:picChg chg="add mod modCrop">
          <ac:chgData name="George Cooke (Student)" userId="af0673c5-c271-43ac-8ae3-732855b57c3b" providerId="ADAL" clId="{A9CA5C89-A74B-4A45-AD13-795287B13401}" dt="2026-06-14T14:36:20.940" v="2652" actId="18131"/>
          <ac:picMkLst>
            <pc:docMk/>
            <pc:sldMk cId="1547900295" sldId="265"/>
            <ac:picMk id="26" creationId="{0FA6CAA1-C9B2-D8AD-F6A6-ADD953210DAF}"/>
          </ac:picMkLst>
        </pc:picChg>
        <pc:picChg chg="add mod modCrop">
          <ac:chgData name="George Cooke (Student)" userId="af0673c5-c271-43ac-8ae3-732855b57c3b" providerId="ADAL" clId="{A9CA5C89-A74B-4A45-AD13-795287B13401}" dt="2026-06-14T14:39:04.415" v="2715" actId="18131"/>
          <ac:picMkLst>
            <pc:docMk/>
            <pc:sldMk cId="1547900295" sldId="265"/>
            <ac:picMk id="30" creationId="{684D2521-D49A-5433-F156-24A0965112C9}"/>
          </ac:picMkLst>
        </pc:picChg>
      </pc:sldChg>
      <pc:sldChg chg="modSp add mod">
        <pc:chgData name="George Cooke (Student)" userId="af0673c5-c271-43ac-8ae3-732855b57c3b" providerId="ADAL" clId="{A9CA5C89-A74B-4A45-AD13-795287B13401}" dt="2026-06-14T14:44:04.350" v="3233" actId="18131"/>
        <pc:sldMkLst>
          <pc:docMk/>
          <pc:sldMk cId="2207326365" sldId="266"/>
        </pc:sldMkLst>
        <pc:spChg chg="mod">
          <ac:chgData name="George Cooke (Student)" userId="af0673c5-c271-43ac-8ae3-732855b57c3b" providerId="ADAL" clId="{A9CA5C89-A74B-4A45-AD13-795287B13401}" dt="2026-06-14T14:42:50.749" v="3214" actId="20577"/>
          <ac:spMkLst>
            <pc:docMk/>
            <pc:sldMk cId="2207326365" sldId="266"/>
            <ac:spMk id="4" creationId="{E39C193B-72DD-AC2E-2125-44BF326653A2}"/>
          </ac:spMkLst>
        </pc:spChg>
        <pc:spChg chg="mod">
          <ac:chgData name="George Cooke (Student)" userId="af0673c5-c271-43ac-8ae3-732855b57c3b" providerId="ADAL" clId="{A9CA5C89-A74B-4A45-AD13-795287B13401}" dt="2026-06-14T14:43:00.766" v="3228" actId="20577"/>
          <ac:spMkLst>
            <pc:docMk/>
            <pc:sldMk cId="2207326365" sldId="266"/>
            <ac:spMk id="15" creationId="{B2018CBE-6F64-53E2-FF5B-23740F2E2D55}"/>
          </ac:spMkLst>
        </pc:spChg>
        <pc:picChg chg="mod modCrop">
          <ac:chgData name="George Cooke (Student)" userId="af0673c5-c271-43ac-8ae3-732855b57c3b" providerId="ADAL" clId="{A9CA5C89-A74B-4A45-AD13-795287B13401}" dt="2026-06-14T14:44:04.350" v="3233" actId="18131"/>
          <ac:picMkLst>
            <pc:docMk/>
            <pc:sldMk cId="2207326365" sldId="266"/>
            <ac:picMk id="13" creationId="{50843108-E67A-3BC2-84F3-C9F65778CD97}"/>
          </ac:picMkLst>
        </pc:picChg>
      </pc:sldChg>
      <pc:sldChg chg="addSp delSp modSp add mod ord delAnim">
        <pc:chgData name="George Cooke (Student)" userId="af0673c5-c271-43ac-8ae3-732855b57c3b" providerId="ADAL" clId="{A9CA5C89-A74B-4A45-AD13-795287B13401}" dt="2026-06-14T14:54:20.860" v="3506" actId="1076"/>
        <pc:sldMkLst>
          <pc:docMk/>
          <pc:sldMk cId="3084165816" sldId="267"/>
        </pc:sldMkLst>
        <pc:spChg chg="mod">
          <ac:chgData name="George Cooke (Student)" userId="af0673c5-c271-43ac-8ae3-732855b57c3b" providerId="ADAL" clId="{A9CA5C89-A74B-4A45-AD13-795287B13401}" dt="2026-06-14T14:46:25.693" v="3257" actId="20577"/>
          <ac:spMkLst>
            <pc:docMk/>
            <pc:sldMk cId="3084165816" sldId="267"/>
            <ac:spMk id="2" creationId="{6693C7E1-016E-C252-67F8-B3C64E8E2D8B}"/>
          </ac:spMkLst>
        </pc:spChg>
        <pc:spChg chg="add mod">
          <ac:chgData name="George Cooke (Student)" userId="af0673c5-c271-43ac-8ae3-732855b57c3b" providerId="ADAL" clId="{A9CA5C89-A74B-4A45-AD13-795287B13401}" dt="2026-06-14T14:46:40.885" v="3268" actId="20577"/>
          <ac:spMkLst>
            <pc:docMk/>
            <pc:sldMk cId="3084165816" sldId="267"/>
            <ac:spMk id="11" creationId="{A7AEE3D5-EA60-979A-B78B-97CFF83B47BB}"/>
          </ac:spMkLst>
        </pc:spChg>
        <pc:spChg chg="add mod">
          <ac:chgData name="George Cooke (Student)" userId="af0673c5-c271-43ac-8ae3-732855b57c3b" providerId="ADAL" clId="{A9CA5C89-A74B-4A45-AD13-795287B13401}" dt="2026-06-14T14:52:10.169" v="3465"/>
          <ac:spMkLst>
            <pc:docMk/>
            <pc:sldMk cId="3084165816" sldId="267"/>
            <ac:spMk id="14" creationId="{3A72649A-A133-5A74-9582-0A2661392713}"/>
          </ac:spMkLst>
        </pc:spChg>
        <pc:picChg chg="add">
          <ac:chgData name="George Cooke (Student)" userId="af0673c5-c271-43ac-8ae3-732855b57c3b" providerId="ADAL" clId="{A9CA5C89-A74B-4A45-AD13-795287B13401}" dt="2026-06-14T14:46:29.041" v="3258" actId="22"/>
          <ac:picMkLst>
            <pc:docMk/>
            <pc:sldMk cId="3084165816" sldId="267"/>
            <ac:picMk id="7" creationId="{6246FBFC-8C3B-3EFD-24EC-54834222CBF7}"/>
          </ac:picMkLst>
        </pc:picChg>
        <pc:picChg chg="add mod modCrop">
          <ac:chgData name="George Cooke (Student)" userId="af0673c5-c271-43ac-8ae3-732855b57c3b" providerId="ADAL" clId="{A9CA5C89-A74B-4A45-AD13-795287B13401}" dt="2026-06-14T14:54:20.860" v="3506" actId="1076"/>
          <ac:picMkLst>
            <pc:docMk/>
            <pc:sldMk cId="3084165816" sldId="267"/>
            <ac:picMk id="15" creationId="{3DABF34A-1BB3-007D-7386-AEEF4516D302}"/>
          </ac:picMkLst>
        </pc:picChg>
        <pc:picChg chg="add del mod ord modCrop">
          <ac:chgData name="George Cooke (Student)" userId="af0673c5-c271-43ac-8ae3-732855b57c3b" providerId="ADAL" clId="{A9CA5C89-A74B-4A45-AD13-795287B13401}" dt="2026-06-14T14:54:16.955" v="3504" actId="1076"/>
          <ac:picMkLst>
            <pc:docMk/>
            <pc:sldMk cId="3084165816" sldId="267"/>
            <ac:picMk id="16" creationId="{9C1574C1-37FB-D363-1CB6-1276EADC2AE0}"/>
          </ac:picMkLst>
        </pc:picChg>
        <pc:picChg chg="mod modCrop">
          <ac:chgData name="George Cooke (Student)" userId="af0673c5-c271-43ac-8ae3-732855b57c3b" providerId="ADAL" clId="{A9CA5C89-A74B-4A45-AD13-795287B13401}" dt="2026-06-14T14:54:18.735" v="3505" actId="1076"/>
          <ac:picMkLst>
            <pc:docMk/>
            <pc:sldMk cId="3084165816" sldId="267"/>
            <ac:picMk id="17" creationId="{0E2580A9-148F-ED1D-B4BA-D6321A703F65}"/>
          </ac:picMkLst>
        </pc:picChg>
      </pc:sldChg>
      <pc:sldChg chg="modSp add mod">
        <pc:chgData name="George Cooke (Student)" userId="af0673c5-c271-43ac-8ae3-732855b57c3b" providerId="ADAL" clId="{A9CA5C89-A74B-4A45-AD13-795287B13401}" dt="2026-06-14T14:48:54.304" v="3403" actId="14826"/>
        <pc:sldMkLst>
          <pc:docMk/>
          <pc:sldMk cId="1462717835" sldId="268"/>
        </pc:sldMkLst>
        <pc:spChg chg="mod">
          <ac:chgData name="George Cooke (Student)" userId="af0673c5-c271-43ac-8ae3-732855b57c3b" providerId="ADAL" clId="{A9CA5C89-A74B-4A45-AD13-795287B13401}" dt="2026-06-14T14:47:37.109" v="3402" actId="5793"/>
          <ac:spMkLst>
            <pc:docMk/>
            <pc:sldMk cId="1462717835" sldId="268"/>
            <ac:spMk id="4" creationId="{5DA8CBB5-AA22-ECB5-F4E0-F7EF0A12AC2C}"/>
          </ac:spMkLst>
        </pc:spChg>
        <pc:spChg chg="mod">
          <ac:chgData name="George Cooke (Student)" userId="af0673c5-c271-43ac-8ae3-732855b57c3b" providerId="ADAL" clId="{A9CA5C89-A74B-4A45-AD13-795287B13401}" dt="2026-06-14T14:46:57.372" v="3279" actId="20577"/>
          <ac:spMkLst>
            <pc:docMk/>
            <pc:sldMk cId="1462717835" sldId="268"/>
            <ac:spMk id="15" creationId="{FFCF1AFD-AEA8-DA6B-B32D-1253FD950189}"/>
          </ac:spMkLst>
        </pc:spChg>
        <pc:picChg chg="mod">
          <ac:chgData name="George Cooke (Student)" userId="af0673c5-c271-43ac-8ae3-732855b57c3b" providerId="ADAL" clId="{A9CA5C89-A74B-4A45-AD13-795287B13401}" dt="2026-06-14T14:48:54.304" v="3403" actId="14826"/>
          <ac:picMkLst>
            <pc:docMk/>
            <pc:sldMk cId="1462717835" sldId="268"/>
            <ac:picMk id="13" creationId="{628AD4BE-ADF3-A35A-6A81-43BFEFAD8315}"/>
          </ac:picMkLst>
        </pc:picChg>
      </pc:sldChg>
      <pc:sldChg chg="delSp modSp add mod">
        <pc:chgData name="George Cooke (Student)" userId="af0673c5-c271-43ac-8ae3-732855b57c3b" providerId="ADAL" clId="{A9CA5C89-A74B-4A45-AD13-795287B13401}" dt="2026-06-14T14:56:34.828" v="3848" actId="20577"/>
        <pc:sldMkLst>
          <pc:docMk/>
          <pc:sldMk cId="2706271775" sldId="269"/>
        </pc:sldMkLst>
        <pc:spChg chg="mod">
          <ac:chgData name="George Cooke (Student)" userId="af0673c5-c271-43ac-8ae3-732855b57c3b" providerId="ADAL" clId="{A9CA5C89-A74B-4A45-AD13-795287B13401}" dt="2026-06-14T14:54:47.628" v="3513" actId="20577"/>
          <ac:spMkLst>
            <pc:docMk/>
            <pc:sldMk cId="2706271775" sldId="269"/>
            <ac:spMk id="11" creationId="{BA3348CB-7E13-8174-0978-F09F4D86EB60}"/>
          </ac:spMkLst>
        </pc:spChg>
        <pc:spChg chg="mod">
          <ac:chgData name="George Cooke (Student)" userId="af0673c5-c271-43ac-8ae3-732855b57c3b" providerId="ADAL" clId="{A9CA5C89-A74B-4A45-AD13-795287B13401}" dt="2026-06-14T14:56:34.828" v="3848" actId="20577"/>
          <ac:spMkLst>
            <pc:docMk/>
            <pc:sldMk cId="2706271775" sldId="269"/>
            <ac:spMk id="14" creationId="{2CF948D4-2FF4-B1D7-FBAF-B9EC0F2DF18D}"/>
          </ac:spMkLst>
        </pc:spChg>
      </pc:sldChg>
      <pc:sldChg chg="modSp add mod">
        <pc:chgData name="George Cooke (Student)" userId="af0673c5-c271-43ac-8ae3-732855b57c3b" providerId="ADAL" clId="{A9CA5C89-A74B-4A45-AD13-795287B13401}" dt="2026-06-14T15:30:46.885" v="4544" actId="20577"/>
        <pc:sldMkLst>
          <pc:docMk/>
          <pc:sldMk cId="4269873932" sldId="270"/>
        </pc:sldMkLst>
        <pc:spChg chg="mod">
          <ac:chgData name="George Cooke (Student)" userId="af0673c5-c271-43ac-8ae3-732855b57c3b" providerId="ADAL" clId="{A9CA5C89-A74B-4A45-AD13-795287B13401}" dt="2026-06-14T14:58:07.573" v="3856" actId="20577"/>
          <ac:spMkLst>
            <pc:docMk/>
            <pc:sldMk cId="4269873932" sldId="270"/>
            <ac:spMk id="11" creationId="{3076F632-0BE5-1DCB-DD2E-9BC5FFB9B749}"/>
          </ac:spMkLst>
        </pc:spChg>
        <pc:spChg chg="mod">
          <ac:chgData name="George Cooke (Student)" userId="af0673c5-c271-43ac-8ae3-732855b57c3b" providerId="ADAL" clId="{A9CA5C89-A74B-4A45-AD13-795287B13401}" dt="2026-06-14T15:30:46.885" v="4544" actId="20577"/>
          <ac:spMkLst>
            <pc:docMk/>
            <pc:sldMk cId="4269873932" sldId="270"/>
            <ac:spMk id="14" creationId="{D44E2132-AF14-3DA5-E962-29A0949DA9C4}"/>
          </ac:spMkLst>
        </pc:spChg>
      </pc:sldChg>
      <pc:sldChg chg="addSp delSp modSp add mod">
        <pc:chgData name="George Cooke (Student)" userId="af0673c5-c271-43ac-8ae3-732855b57c3b" providerId="ADAL" clId="{A9CA5C89-A74B-4A45-AD13-795287B13401}" dt="2026-06-14T15:05:50.583" v="4514" actId="14826"/>
        <pc:sldMkLst>
          <pc:docMk/>
          <pc:sldMk cId="2719341398" sldId="271"/>
        </pc:sldMkLst>
        <pc:spChg chg="mod">
          <ac:chgData name="George Cooke (Student)" userId="af0673c5-c271-43ac-8ae3-732855b57c3b" providerId="ADAL" clId="{A9CA5C89-A74B-4A45-AD13-795287B13401}" dt="2026-06-14T15:02:22.606" v="4170" actId="20577"/>
          <ac:spMkLst>
            <pc:docMk/>
            <pc:sldMk cId="2719341398" sldId="271"/>
            <ac:spMk id="2" creationId="{A2A32EDF-384D-4A7F-45E4-5ED2C0795957}"/>
          </ac:spMkLst>
        </pc:spChg>
        <pc:spChg chg="mod">
          <ac:chgData name="George Cooke (Student)" userId="af0673c5-c271-43ac-8ae3-732855b57c3b" providerId="ADAL" clId="{A9CA5C89-A74B-4A45-AD13-795287B13401}" dt="2026-06-14T15:05:14.030" v="4512" actId="14100"/>
          <ac:spMkLst>
            <pc:docMk/>
            <pc:sldMk cId="2719341398" sldId="271"/>
            <ac:spMk id="14" creationId="{9E31D274-5736-DE26-5FF4-852E19AE7CBA}"/>
          </ac:spMkLst>
        </pc:spChg>
        <pc:picChg chg="add mod">
          <ac:chgData name="George Cooke (Student)" userId="af0673c5-c271-43ac-8ae3-732855b57c3b" providerId="ADAL" clId="{A9CA5C89-A74B-4A45-AD13-795287B13401}" dt="2026-06-14T15:05:50.583" v="4514" actId="14826"/>
          <ac:picMkLst>
            <pc:docMk/>
            <pc:sldMk cId="2719341398" sldId="271"/>
            <ac:picMk id="4" creationId="{5132C39E-3692-1350-09A7-0E981A15BCA6}"/>
          </ac:picMkLst>
        </pc:picChg>
      </pc:sldChg>
      <pc:sldChg chg="modSp add mod">
        <pc:chgData name="George Cooke (Student)" userId="af0673c5-c271-43ac-8ae3-732855b57c3b" providerId="ADAL" clId="{A9CA5C89-A74B-4A45-AD13-795287B13401}" dt="2026-06-14T15:06:20.164" v="4526" actId="20577"/>
        <pc:sldMkLst>
          <pc:docMk/>
          <pc:sldMk cId="415915889" sldId="272"/>
        </pc:sldMkLst>
        <pc:spChg chg="mod">
          <ac:chgData name="George Cooke (Student)" userId="af0673c5-c271-43ac-8ae3-732855b57c3b" providerId="ADAL" clId="{A9CA5C89-A74B-4A45-AD13-795287B13401}" dt="2026-06-14T15:06:20.164" v="4526" actId="20577"/>
          <ac:spMkLst>
            <pc:docMk/>
            <pc:sldMk cId="415915889" sldId="272"/>
            <ac:spMk id="6" creationId="{734CC60F-7073-F0DE-7F23-A2A38752F234}"/>
          </ac:spMkLst>
        </pc:spChg>
      </pc:sldChg>
      <pc:sldMasterChg chg="setBg modSldLayout">
        <pc:chgData name="George Cooke (Student)" userId="af0673c5-c271-43ac-8ae3-732855b57c3b" providerId="ADAL" clId="{A9CA5C89-A74B-4A45-AD13-795287B13401}" dt="2026-06-14T13:37:28.535" v="30"/>
        <pc:sldMasterMkLst>
          <pc:docMk/>
          <pc:sldMasterMk cId="4215398895" sldId="2147483648"/>
        </pc:sldMasterMkLst>
        <pc:sldLayoutChg chg="setBg">
          <pc:chgData name="George Cooke (Student)" userId="af0673c5-c271-43ac-8ae3-732855b57c3b" providerId="ADAL" clId="{A9CA5C89-A74B-4A45-AD13-795287B13401}" dt="2026-06-14T13:37:28.535" v="30"/>
          <pc:sldLayoutMkLst>
            <pc:docMk/>
            <pc:sldMasterMk cId="4215398895" sldId="2147483648"/>
            <pc:sldLayoutMk cId="1591385859" sldId="2147483649"/>
          </pc:sldLayoutMkLst>
        </pc:sldLayoutChg>
        <pc:sldLayoutChg chg="setBg">
          <pc:chgData name="George Cooke (Student)" userId="af0673c5-c271-43ac-8ae3-732855b57c3b" providerId="ADAL" clId="{A9CA5C89-A74B-4A45-AD13-795287B13401}" dt="2026-06-14T13:37:28.535" v="30"/>
          <pc:sldLayoutMkLst>
            <pc:docMk/>
            <pc:sldMasterMk cId="4215398895" sldId="2147483648"/>
            <pc:sldLayoutMk cId="1334667884" sldId="2147483650"/>
          </pc:sldLayoutMkLst>
        </pc:sldLayoutChg>
        <pc:sldLayoutChg chg="setBg">
          <pc:chgData name="George Cooke (Student)" userId="af0673c5-c271-43ac-8ae3-732855b57c3b" providerId="ADAL" clId="{A9CA5C89-A74B-4A45-AD13-795287B13401}" dt="2026-06-14T13:37:28.535" v="30"/>
          <pc:sldLayoutMkLst>
            <pc:docMk/>
            <pc:sldMasterMk cId="4215398895" sldId="2147483648"/>
            <pc:sldLayoutMk cId="3038099484" sldId="2147483651"/>
          </pc:sldLayoutMkLst>
        </pc:sldLayoutChg>
        <pc:sldLayoutChg chg="setBg">
          <pc:chgData name="George Cooke (Student)" userId="af0673c5-c271-43ac-8ae3-732855b57c3b" providerId="ADAL" clId="{A9CA5C89-A74B-4A45-AD13-795287B13401}" dt="2026-06-14T13:37:28.535" v="30"/>
          <pc:sldLayoutMkLst>
            <pc:docMk/>
            <pc:sldMasterMk cId="4215398895" sldId="2147483648"/>
            <pc:sldLayoutMk cId="962993468" sldId="2147483652"/>
          </pc:sldLayoutMkLst>
        </pc:sldLayoutChg>
        <pc:sldLayoutChg chg="setBg">
          <pc:chgData name="George Cooke (Student)" userId="af0673c5-c271-43ac-8ae3-732855b57c3b" providerId="ADAL" clId="{A9CA5C89-A74B-4A45-AD13-795287B13401}" dt="2026-06-14T13:37:28.535" v="30"/>
          <pc:sldLayoutMkLst>
            <pc:docMk/>
            <pc:sldMasterMk cId="4215398895" sldId="2147483648"/>
            <pc:sldLayoutMk cId="1698022698" sldId="2147483653"/>
          </pc:sldLayoutMkLst>
        </pc:sldLayoutChg>
        <pc:sldLayoutChg chg="setBg">
          <pc:chgData name="George Cooke (Student)" userId="af0673c5-c271-43ac-8ae3-732855b57c3b" providerId="ADAL" clId="{A9CA5C89-A74B-4A45-AD13-795287B13401}" dt="2026-06-14T13:37:28.535" v="30"/>
          <pc:sldLayoutMkLst>
            <pc:docMk/>
            <pc:sldMasterMk cId="4215398895" sldId="2147483648"/>
            <pc:sldLayoutMk cId="1432552484" sldId="2147483654"/>
          </pc:sldLayoutMkLst>
        </pc:sldLayoutChg>
        <pc:sldLayoutChg chg="setBg">
          <pc:chgData name="George Cooke (Student)" userId="af0673c5-c271-43ac-8ae3-732855b57c3b" providerId="ADAL" clId="{A9CA5C89-A74B-4A45-AD13-795287B13401}" dt="2026-06-14T13:37:28.535" v="30"/>
          <pc:sldLayoutMkLst>
            <pc:docMk/>
            <pc:sldMasterMk cId="4215398895" sldId="2147483648"/>
            <pc:sldLayoutMk cId="3037138279" sldId="2147483655"/>
          </pc:sldLayoutMkLst>
        </pc:sldLayoutChg>
        <pc:sldLayoutChg chg="setBg">
          <pc:chgData name="George Cooke (Student)" userId="af0673c5-c271-43ac-8ae3-732855b57c3b" providerId="ADAL" clId="{A9CA5C89-A74B-4A45-AD13-795287B13401}" dt="2026-06-14T13:37:28.535" v="30"/>
          <pc:sldLayoutMkLst>
            <pc:docMk/>
            <pc:sldMasterMk cId="4215398895" sldId="2147483648"/>
            <pc:sldLayoutMk cId="3914720476" sldId="2147483656"/>
          </pc:sldLayoutMkLst>
        </pc:sldLayoutChg>
        <pc:sldLayoutChg chg="setBg">
          <pc:chgData name="George Cooke (Student)" userId="af0673c5-c271-43ac-8ae3-732855b57c3b" providerId="ADAL" clId="{A9CA5C89-A74B-4A45-AD13-795287B13401}" dt="2026-06-14T13:37:28.535" v="30"/>
          <pc:sldLayoutMkLst>
            <pc:docMk/>
            <pc:sldMasterMk cId="4215398895" sldId="2147483648"/>
            <pc:sldLayoutMk cId="4208963643" sldId="2147483657"/>
          </pc:sldLayoutMkLst>
        </pc:sldLayoutChg>
        <pc:sldLayoutChg chg="setBg">
          <pc:chgData name="George Cooke (Student)" userId="af0673c5-c271-43ac-8ae3-732855b57c3b" providerId="ADAL" clId="{A9CA5C89-A74B-4A45-AD13-795287B13401}" dt="2026-06-14T13:37:28.535" v="30"/>
          <pc:sldLayoutMkLst>
            <pc:docMk/>
            <pc:sldMasterMk cId="4215398895" sldId="2147483648"/>
            <pc:sldLayoutMk cId="3402206387" sldId="2147483658"/>
          </pc:sldLayoutMkLst>
        </pc:sldLayoutChg>
        <pc:sldLayoutChg chg="setBg">
          <pc:chgData name="George Cooke (Student)" userId="af0673c5-c271-43ac-8ae3-732855b57c3b" providerId="ADAL" clId="{A9CA5C89-A74B-4A45-AD13-795287B13401}" dt="2026-06-14T13:37:28.535" v="30"/>
          <pc:sldLayoutMkLst>
            <pc:docMk/>
            <pc:sldMasterMk cId="4215398895" sldId="2147483648"/>
            <pc:sldLayoutMk cId="1233569010" sldId="2147483659"/>
          </pc:sldLayoutMkLst>
        </pc:sldLayoutChg>
      </pc:sldMasterChg>
    </pc:docChg>
  </pc:docChgLst>
  <pc:docChgLst>
    <pc:chgData name="George Cooke (Student)" userId="af0673c5-c271-43ac-8ae3-732855b57c3b" providerId="ADAL" clId="{07E55F18-B987-4FDE-81C7-53F7190D2FCB}"/>
    <pc:docChg chg="modSld">
      <pc:chgData name="George Cooke (Student)" userId="af0673c5-c271-43ac-8ae3-732855b57c3b" providerId="ADAL" clId="{07E55F18-B987-4FDE-81C7-53F7190D2FCB}" dt="2026-06-17T08:53:34.619" v="3"/>
      <pc:docMkLst>
        <pc:docMk/>
      </pc:docMkLst>
      <pc:sldChg chg="setBg">
        <pc:chgData name="George Cooke (Student)" userId="af0673c5-c271-43ac-8ae3-732855b57c3b" providerId="ADAL" clId="{07E55F18-B987-4FDE-81C7-53F7190D2FCB}" dt="2026-06-17T08:53:34.619" v="3"/>
        <pc:sldMkLst>
          <pc:docMk/>
          <pc:sldMk cId="2918856913" sldId="25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C2835-BFAF-6D1F-AA5C-1321322FB0A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21F9B805-3074-EEEB-39AE-D7506D2BBA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274A606-A779-4DBC-C050-5829DCB39C33}"/>
              </a:ext>
            </a:extLst>
          </p:cNvPr>
          <p:cNvSpPr>
            <a:spLocks noGrp="1"/>
          </p:cNvSpPr>
          <p:nvPr>
            <p:ph type="dt" sz="half" idx="10"/>
          </p:nvPr>
        </p:nvSpPr>
        <p:spPr/>
        <p:txBody>
          <a:bodyPr/>
          <a:lstStyle/>
          <a:p>
            <a:fld id="{5306AE3F-48E8-442D-9F92-D96C2774EBCC}" type="datetimeFigureOut">
              <a:rPr lang="en-GB" smtClean="0"/>
              <a:t>17/06/2026</a:t>
            </a:fld>
            <a:endParaRPr lang="en-GB"/>
          </a:p>
        </p:txBody>
      </p:sp>
      <p:sp>
        <p:nvSpPr>
          <p:cNvPr id="5" name="Footer Placeholder 4">
            <a:extLst>
              <a:ext uri="{FF2B5EF4-FFF2-40B4-BE49-F238E27FC236}">
                <a16:creationId xmlns:a16="http://schemas.microsoft.com/office/drawing/2014/main" id="{BFE826DA-5ABD-58C2-6AD5-913130D6BF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0EA6411-451B-2F21-391E-A98775BA8797}"/>
              </a:ext>
            </a:extLst>
          </p:cNvPr>
          <p:cNvSpPr>
            <a:spLocks noGrp="1"/>
          </p:cNvSpPr>
          <p:nvPr>
            <p:ph type="sldNum" sz="quarter" idx="12"/>
          </p:nvPr>
        </p:nvSpPr>
        <p:spPr/>
        <p:txBody>
          <a:bodyPr/>
          <a:lstStyle/>
          <a:p>
            <a:fld id="{8DBE2668-02D6-4C6C-A748-7B8CA48B3A8C}" type="slidenum">
              <a:rPr lang="en-GB" smtClean="0"/>
              <a:t>‹#›</a:t>
            </a:fld>
            <a:endParaRPr lang="en-GB"/>
          </a:p>
        </p:txBody>
      </p:sp>
    </p:spTree>
    <p:extLst>
      <p:ext uri="{BB962C8B-B14F-4D97-AF65-F5344CB8AC3E}">
        <p14:creationId xmlns:p14="http://schemas.microsoft.com/office/powerpoint/2010/main" val="1591385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21A8-443F-FDAF-163E-E30DACB2605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BBB0352-C629-A624-6241-4C702EA5B65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C271A55-2203-6FAF-E002-9A9F548FC687}"/>
              </a:ext>
            </a:extLst>
          </p:cNvPr>
          <p:cNvSpPr>
            <a:spLocks noGrp="1"/>
          </p:cNvSpPr>
          <p:nvPr>
            <p:ph type="dt" sz="half" idx="10"/>
          </p:nvPr>
        </p:nvSpPr>
        <p:spPr/>
        <p:txBody>
          <a:bodyPr/>
          <a:lstStyle/>
          <a:p>
            <a:fld id="{5306AE3F-48E8-442D-9F92-D96C2774EBCC}" type="datetimeFigureOut">
              <a:rPr lang="en-GB" smtClean="0"/>
              <a:t>17/06/2026</a:t>
            </a:fld>
            <a:endParaRPr lang="en-GB"/>
          </a:p>
        </p:txBody>
      </p:sp>
      <p:sp>
        <p:nvSpPr>
          <p:cNvPr id="5" name="Footer Placeholder 4">
            <a:extLst>
              <a:ext uri="{FF2B5EF4-FFF2-40B4-BE49-F238E27FC236}">
                <a16:creationId xmlns:a16="http://schemas.microsoft.com/office/drawing/2014/main" id="{91861319-8395-757E-F523-60E0F13139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0A6516-9E75-2B63-466E-0E4E977F71C9}"/>
              </a:ext>
            </a:extLst>
          </p:cNvPr>
          <p:cNvSpPr>
            <a:spLocks noGrp="1"/>
          </p:cNvSpPr>
          <p:nvPr>
            <p:ph type="sldNum" sz="quarter" idx="12"/>
          </p:nvPr>
        </p:nvSpPr>
        <p:spPr/>
        <p:txBody>
          <a:bodyPr/>
          <a:lstStyle/>
          <a:p>
            <a:fld id="{8DBE2668-02D6-4C6C-A748-7B8CA48B3A8C}" type="slidenum">
              <a:rPr lang="en-GB" smtClean="0"/>
              <a:t>‹#›</a:t>
            </a:fld>
            <a:endParaRPr lang="en-GB"/>
          </a:p>
        </p:txBody>
      </p:sp>
    </p:spTree>
    <p:extLst>
      <p:ext uri="{BB962C8B-B14F-4D97-AF65-F5344CB8AC3E}">
        <p14:creationId xmlns:p14="http://schemas.microsoft.com/office/powerpoint/2010/main" val="1334667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43F09-5895-BA66-8FE0-FF991D025B8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3A6CBFFE-772B-2381-7C23-E8AA3D2BAB1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15C1333-B02B-4AAC-C209-879D0F4A7126}"/>
              </a:ext>
            </a:extLst>
          </p:cNvPr>
          <p:cNvSpPr>
            <a:spLocks noGrp="1"/>
          </p:cNvSpPr>
          <p:nvPr>
            <p:ph type="dt" sz="half" idx="10"/>
          </p:nvPr>
        </p:nvSpPr>
        <p:spPr/>
        <p:txBody>
          <a:bodyPr/>
          <a:lstStyle/>
          <a:p>
            <a:fld id="{5306AE3F-48E8-442D-9F92-D96C2774EBCC}" type="datetimeFigureOut">
              <a:rPr lang="en-GB" smtClean="0"/>
              <a:t>17/06/2026</a:t>
            </a:fld>
            <a:endParaRPr lang="en-GB"/>
          </a:p>
        </p:txBody>
      </p:sp>
      <p:sp>
        <p:nvSpPr>
          <p:cNvPr id="5" name="Footer Placeholder 4">
            <a:extLst>
              <a:ext uri="{FF2B5EF4-FFF2-40B4-BE49-F238E27FC236}">
                <a16:creationId xmlns:a16="http://schemas.microsoft.com/office/drawing/2014/main" id="{309768C1-FB8C-771C-0157-3C41CBD467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CA9BC6-A669-1628-DD18-B32925126EDD}"/>
              </a:ext>
            </a:extLst>
          </p:cNvPr>
          <p:cNvSpPr>
            <a:spLocks noGrp="1"/>
          </p:cNvSpPr>
          <p:nvPr>
            <p:ph type="sldNum" sz="quarter" idx="12"/>
          </p:nvPr>
        </p:nvSpPr>
        <p:spPr/>
        <p:txBody>
          <a:bodyPr/>
          <a:lstStyle/>
          <a:p>
            <a:fld id="{8DBE2668-02D6-4C6C-A748-7B8CA48B3A8C}" type="slidenum">
              <a:rPr lang="en-GB" smtClean="0"/>
              <a:t>‹#›</a:t>
            </a:fld>
            <a:endParaRPr lang="en-GB"/>
          </a:p>
        </p:txBody>
      </p:sp>
    </p:spTree>
    <p:extLst>
      <p:ext uri="{BB962C8B-B14F-4D97-AF65-F5344CB8AC3E}">
        <p14:creationId xmlns:p14="http://schemas.microsoft.com/office/powerpoint/2010/main" val="3038099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2EDC-D3AE-8974-BB6F-F7AA1938E04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73498AF-4A92-B790-FECA-2680A556C3A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6666D7CB-DB79-5E87-8C27-AFC42BB583A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B3EA5463-364C-D357-5C03-48F74413E2E4}"/>
              </a:ext>
            </a:extLst>
          </p:cNvPr>
          <p:cNvSpPr>
            <a:spLocks noGrp="1"/>
          </p:cNvSpPr>
          <p:nvPr>
            <p:ph type="dt" sz="half" idx="10"/>
          </p:nvPr>
        </p:nvSpPr>
        <p:spPr/>
        <p:txBody>
          <a:bodyPr/>
          <a:lstStyle/>
          <a:p>
            <a:fld id="{5306AE3F-48E8-442D-9F92-D96C2774EBCC}" type="datetimeFigureOut">
              <a:rPr lang="en-GB" smtClean="0"/>
              <a:t>17/06/2026</a:t>
            </a:fld>
            <a:endParaRPr lang="en-GB"/>
          </a:p>
        </p:txBody>
      </p:sp>
      <p:sp>
        <p:nvSpPr>
          <p:cNvPr id="6" name="Footer Placeholder 5">
            <a:extLst>
              <a:ext uri="{FF2B5EF4-FFF2-40B4-BE49-F238E27FC236}">
                <a16:creationId xmlns:a16="http://schemas.microsoft.com/office/drawing/2014/main" id="{CE3F0752-DD9D-05D3-0E84-F022DE49679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A348D0F-A638-2619-FFF1-E356F9D28688}"/>
              </a:ext>
            </a:extLst>
          </p:cNvPr>
          <p:cNvSpPr>
            <a:spLocks noGrp="1"/>
          </p:cNvSpPr>
          <p:nvPr>
            <p:ph type="sldNum" sz="quarter" idx="12"/>
          </p:nvPr>
        </p:nvSpPr>
        <p:spPr/>
        <p:txBody>
          <a:bodyPr/>
          <a:lstStyle/>
          <a:p>
            <a:fld id="{8DBE2668-02D6-4C6C-A748-7B8CA48B3A8C}" type="slidenum">
              <a:rPr lang="en-GB" smtClean="0"/>
              <a:t>‹#›</a:t>
            </a:fld>
            <a:endParaRPr lang="en-GB"/>
          </a:p>
        </p:txBody>
      </p:sp>
    </p:spTree>
    <p:extLst>
      <p:ext uri="{BB962C8B-B14F-4D97-AF65-F5344CB8AC3E}">
        <p14:creationId xmlns:p14="http://schemas.microsoft.com/office/powerpoint/2010/main" val="962993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4C2D6-9226-3353-66C1-BEB775BD4593}"/>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5BEEF3FD-AA7A-0183-F61A-167AC1ED13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A43705E-FCFA-5EC8-FE63-2FB1E4163E3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2FF6A57-7A05-31A4-F2CA-45315FA707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F93333A-F61E-C326-DF42-1714D9F6638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95DFE7B-90D7-65B6-2887-678C1671348D}"/>
              </a:ext>
            </a:extLst>
          </p:cNvPr>
          <p:cNvSpPr>
            <a:spLocks noGrp="1"/>
          </p:cNvSpPr>
          <p:nvPr>
            <p:ph type="dt" sz="half" idx="10"/>
          </p:nvPr>
        </p:nvSpPr>
        <p:spPr/>
        <p:txBody>
          <a:bodyPr/>
          <a:lstStyle/>
          <a:p>
            <a:fld id="{5306AE3F-48E8-442D-9F92-D96C2774EBCC}" type="datetimeFigureOut">
              <a:rPr lang="en-GB" smtClean="0"/>
              <a:t>17/06/2026</a:t>
            </a:fld>
            <a:endParaRPr lang="en-GB"/>
          </a:p>
        </p:txBody>
      </p:sp>
      <p:sp>
        <p:nvSpPr>
          <p:cNvPr id="8" name="Footer Placeholder 7">
            <a:extLst>
              <a:ext uri="{FF2B5EF4-FFF2-40B4-BE49-F238E27FC236}">
                <a16:creationId xmlns:a16="http://schemas.microsoft.com/office/drawing/2014/main" id="{3463333F-BE2D-E9B7-B4C9-239C4A2393B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F7741A5-0983-0B07-7172-627C81B8A45E}"/>
              </a:ext>
            </a:extLst>
          </p:cNvPr>
          <p:cNvSpPr>
            <a:spLocks noGrp="1"/>
          </p:cNvSpPr>
          <p:nvPr>
            <p:ph type="sldNum" sz="quarter" idx="12"/>
          </p:nvPr>
        </p:nvSpPr>
        <p:spPr/>
        <p:txBody>
          <a:bodyPr/>
          <a:lstStyle/>
          <a:p>
            <a:fld id="{8DBE2668-02D6-4C6C-A748-7B8CA48B3A8C}" type="slidenum">
              <a:rPr lang="en-GB" smtClean="0"/>
              <a:t>‹#›</a:t>
            </a:fld>
            <a:endParaRPr lang="en-GB"/>
          </a:p>
        </p:txBody>
      </p:sp>
    </p:spTree>
    <p:extLst>
      <p:ext uri="{BB962C8B-B14F-4D97-AF65-F5344CB8AC3E}">
        <p14:creationId xmlns:p14="http://schemas.microsoft.com/office/powerpoint/2010/main" val="1698022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EE3F7-7DB0-309D-2601-E77E3B4838D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E6C7EBC-E78B-F432-AE67-BD7468F43AFA}"/>
              </a:ext>
            </a:extLst>
          </p:cNvPr>
          <p:cNvSpPr>
            <a:spLocks noGrp="1"/>
          </p:cNvSpPr>
          <p:nvPr>
            <p:ph type="dt" sz="half" idx="10"/>
          </p:nvPr>
        </p:nvSpPr>
        <p:spPr/>
        <p:txBody>
          <a:bodyPr/>
          <a:lstStyle/>
          <a:p>
            <a:fld id="{5306AE3F-48E8-442D-9F92-D96C2774EBCC}" type="datetimeFigureOut">
              <a:rPr lang="en-GB" smtClean="0"/>
              <a:t>17/06/2026</a:t>
            </a:fld>
            <a:endParaRPr lang="en-GB"/>
          </a:p>
        </p:txBody>
      </p:sp>
      <p:sp>
        <p:nvSpPr>
          <p:cNvPr id="4" name="Footer Placeholder 3">
            <a:extLst>
              <a:ext uri="{FF2B5EF4-FFF2-40B4-BE49-F238E27FC236}">
                <a16:creationId xmlns:a16="http://schemas.microsoft.com/office/drawing/2014/main" id="{273C5BE5-0C6A-ACB9-C219-AC746ECA3F2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13CE736-B3C0-A67C-2965-8AE6DF8123DB}"/>
              </a:ext>
            </a:extLst>
          </p:cNvPr>
          <p:cNvSpPr>
            <a:spLocks noGrp="1"/>
          </p:cNvSpPr>
          <p:nvPr>
            <p:ph type="sldNum" sz="quarter" idx="12"/>
          </p:nvPr>
        </p:nvSpPr>
        <p:spPr/>
        <p:txBody>
          <a:bodyPr/>
          <a:lstStyle/>
          <a:p>
            <a:fld id="{8DBE2668-02D6-4C6C-A748-7B8CA48B3A8C}" type="slidenum">
              <a:rPr lang="en-GB" smtClean="0"/>
              <a:t>‹#›</a:t>
            </a:fld>
            <a:endParaRPr lang="en-GB"/>
          </a:p>
        </p:txBody>
      </p:sp>
    </p:spTree>
    <p:extLst>
      <p:ext uri="{BB962C8B-B14F-4D97-AF65-F5344CB8AC3E}">
        <p14:creationId xmlns:p14="http://schemas.microsoft.com/office/powerpoint/2010/main" val="143255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4F6485-34EE-00FA-E3FD-D4EF7668F121}"/>
              </a:ext>
            </a:extLst>
          </p:cNvPr>
          <p:cNvSpPr>
            <a:spLocks noGrp="1"/>
          </p:cNvSpPr>
          <p:nvPr>
            <p:ph type="dt" sz="half" idx="10"/>
          </p:nvPr>
        </p:nvSpPr>
        <p:spPr/>
        <p:txBody>
          <a:bodyPr/>
          <a:lstStyle/>
          <a:p>
            <a:fld id="{5306AE3F-48E8-442D-9F92-D96C2774EBCC}" type="datetimeFigureOut">
              <a:rPr lang="en-GB" smtClean="0"/>
              <a:t>17/06/2026</a:t>
            </a:fld>
            <a:endParaRPr lang="en-GB"/>
          </a:p>
        </p:txBody>
      </p:sp>
      <p:sp>
        <p:nvSpPr>
          <p:cNvPr id="3" name="Footer Placeholder 2">
            <a:extLst>
              <a:ext uri="{FF2B5EF4-FFF2-40B4-BE49-F238E27FC236}">
                <a16:creationId xmlns:a16="http://schemas.microsoft.com/office/drawing/2014/main" id="{6FEAD10B-0471-4A21-1333-8C2F017967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9CF6B0B-565F-E743-6F2B-22BE488BC3C8}"/>
              </a:ext>
            </a:extLst>
          </p:cNvPr>
          <p:cNvSpPr>
            <a:spLocks noGrp="1"/>
          </p:cNvSpPr>
          <p:nvPr>
            <p:ph type="sldNum" sz="quarter" idx="12"/>
          </p:nvPr>
        </p:nvSpPr>
        <p:spPr/>
        <p:txBody>
          <a:bodyPr/>
          <a:lstStyle/>
          <a:p>
            <a:fld id="{8DBE2668-02D6-4C6C-A748-7B8CA48B3A8C}" type="slidenum">
              <a:rPr lang="en-GB" smtClean="0"/>
              <a:t>‹#›</a:t>
            </a:fld>
            <a:endParaRPr lang="en-GB"/>
          </a:p>
        </p:txBody>
      </p:sp>
    </p:spTree>
    <p:extLst>
      <p:ext uri="{BB962C8B-B14F-4D97-AF65-F5344CB8AC3E}">
        <p14:creationId xmlns:p14="http://schemas.microsoft.com/office/powerpoint/2010/main" val="3037138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D60E7-ACD6-149D-73B5-AFA83FD088F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D0D614F-5608-E636-9205-FE50C5457B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70D6473-D8AB-8CEB-C538-EBC0848C44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00C67D4-5ABD-9D67-FFB0-C7D7DB9641E0}"/>
              </a:ext>
            </a:extLst>
          </p:cNvPr>
          <p:cNvSpPr>
            <a:spLocks noGrp="1"/>
          </p:cNvSpPr>
          <p:nvPr>
            <p:ph type="dt" sz="half" idx="10"/>
          </p:nvPr>
        </p:nvSpPr>
        <p:spPr/>
        <p:txBody>
          <a:bodyPr/>
          <a:lstStyle/>
          <a:p>
            <a:fld id="{5306AE3F-48E8-442D-9F92-D96C2774EBCC}" type="datetimeFigureOut">
              <a:rPr lang="en-GB" smtClean="0"/>
              <a:t>17/06/2026</a:t>
            </a:fld>
            <a:endParaRPr lang="en-GB"/>
          </a:p>
        </p:txBody>
      </p:sp>
      <p:sp>
        <p:nvSpPr>
          <p:cNvPr id="6" name="Footer Placeholder 5">
            <a:extLst>
              <a:ext uri="{FF2B5EF4-FFF2-40B4-BE49-F238E27FC236}">
                <a16:creationId xmlns:a16="http://schemas.microsoft.com/office/drawing/2014/main" id="{6FF4D8BC-EB4D-0A90-EDB1-96D02C73D3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1C2C10B-61E2-EB0B-1879-D23A7F7F9ACC}"/>
              </a:ext>
            </a:extLst>
          </p:cNvPr>
          <p:cNvSpPr>
            <a:spLocks noGrp="1"/>
          </p:cNvSpPr>
          <p:nvPr>
            <p:ph type="sldNum" sz="quarter" idx="12"/>
          </p:nvPr>
        </p:nvSpPr>
        <p:spPr/>
        <p:txBody>
          <a:bodyPr/>
          <a:lstStyle/>
          <a:p>
            <a:fld id="{8DBE2668-02D6-4C6C-A748-7B8CA48B3A8C}" type="slidenum">
              <a:rPr lang="en-GB" smtClean="0"/>
              <a:t>‹#›</a:t>
            </a:fld>
            <a:endParaRPr lang="en-GB"/>
          </a:p>
        </p:txBody>
      </p:sp>
    </p:spTree>
    <p:extLst>
      <p:ext uri="{BB962C8B-B14F-4D97-AF65-F5344CB8AC3E}">
        <p14:creationId xmlns:p14="http://schemas.microsoft.com/office/powerpoint/2010/main" val="3914720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86C50-FA84-8E54-BED0-B5D33436CDA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95170C78-728E-D663-DF37-40E16BA19A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323175-C211-DB92-F0A1-180B52D966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391D2E4-E1ED-1BA2-5A9E-9E8F2ADD1218}"/>
              </a:ext>
            </a:extLst>
          </p:cNvPr>
          <p:cNvSpPr>
            <a:spLocks noGrp="1"/>
          </p:cNvSpPr>
          <p:nvPr>
            <p:ph type="dt" sz="half" idx="10"/>
          </p:nvPr>
        </p:nvSpPr>
        <p:spPr/>
        <p:txBody>
          <a:bodyPr/>
          <a:lstStyle/>
          <a:p>
            <a:fld id="{5306AE3F-48E8-442D-9F92-D96C2774EBCC}" type="datetimeFigureOut">
              <a:rPr lang="en-GB" smtClean="0"/>
              <a:t>17/06/2026</a:t>
            </a:fld>
            <a:endParaRPr lang="en-GB"/>
          </a:p>
        </p:txBody>
      </p:sp>
      <p:sp>
        <p:nvSpPr>
          <p:cNvPr id="6" name="Footer Placeholder 5">
            <a:extLst>
              <a:ext uri="{FF2B5EF4-FFF2-40B4-BE49-F238E27FC236}">
                <a16:creationId xmlns:a16="http://schemas.microsoft.com/office/drawing/2014/main" id="{EAE699FA-1F61-9C73-A92D-8CDB26D255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407DC8-E3BF-9631-9D84-CE85BF324BEF}"/>
              </a:ext>
            </a:extLst>
          </p:cNvPr>
          <p:cNvSpPr>
            <a:spLocks noGrp="1"/>
          </p:cNvSpPr>
          <p:nvPr>
            <p:ph type="sldNum" sz="quarter" idx="12"/>
          </p:nvPr>
        </p:nvSpPr>
        <p:spPr/>
        <p:txBody>
          <a:bodyPr/>
          <a:lstStyle/>
          <a:p>
            <a:fld id="{8DBE2668-02D6-4C6C-A748-7B8CA48B3A8C}" type="slidenum">
              <a:rPr lang="en-GB" smtClean="0"/>
              <a:t>‹#›</a:t>
            </a:fld>
            <a:endParaRPr lang="en-GB"/>
          </a:p>
        </p:txBody>
      </p:sp>
    </p:spTree>
    <p:extLst>
      <p:ext uri="{BB962C8B-B14F-4D97-AF65-F5344CB8AC3E}">
        <p14:creationId xmlns:p14="http://schemas.microsoft.com/office/powerpoint/2010/main" val="4208963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A2AD4-8ECC-CBA1-10D7-E579D6C71D5F}"/>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9FA1618F-36B3-A608-6C12-37D55572B19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2665F2F-4AE2-A6F0-6DC6-E76F63B15D94}"/>
              </a:ext>
            </a:extLst>
          </p:cNvPr>
          <p:cNvSpPr>
            <a:spLocks noGrp="1"/>
          </p:cNvSpPr>
          <p:nvPr>
            <p:ph type="dt" sz="half" idx="10"/>
          </p:nvPr>
        </p:nvSpPr>
        <p:spPr/>
        <p:txBody>
          <a:bodyPr/>
          <a:lstStyle/>
          <a:p>
            <a:fld id="{5306AE3F-48E8-442D-9F92-D96C2774EBCC}" type="datetimeFigureOut">
              <a:rPr lang="en-GB" smtClean="0"/>
              <a:t>17/06/2026</a:t>
            </a:fld>
            <a:endParaRPr lang="en-GB"/>
          </a:p>
        </p:txBody>
      </p:sp>
      <p:sp>
        <p:nvSpPr>
          <p:cNvPr id="5" name="Footer Placeholder 4">
            <a:extLst>
              <a:ext uri="{FF2B5EF4-FFF2-40B4-BE49-F238E27FC236}">
                <a16:creationId xmlns:a16="http://schemas.microsoft.com/office/drawing/2014/main" id="{6C3C2C8E-FE06-E74D-000E-6B12428F8A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7E27969-81D7-E12E-9C75-F273949C142F}"/>
              </a:ext>
            </a:extLst>
          </p:cNvPr>
          <p:cNvSpPr>
            <a:spLocks noGrp="1"/>
          </p:cNvSpPr>
          <p:nvPr>
            <p:ph type="sldNum" sz="quarter" idx="12"/>
          </p:nvPr>
        </p:nvSpPr>
        <p:spPr/>
        <p:txBody>
          <a:bodyPr/>
          <a:lstStyle/>
          <a:p>
            <a:fld id="{8DBE2668-02D6-4C6C-A748-7B8CA48B3A8C}" type="slidenum">
              <a:rPr lang="en-GB" smtClean="0"/>
              <a:t>‹#›</a:t>
            </a:fld>
            <a:endParaRPr lang="en-GB"/>
          </a:p>
        </p:txBody>
      </p:sp>
    </p:spTree>
    <p:extLst>
      <p:ext uri="{BB962C8B-B14F-4D97-AF65-F5344CB8AC3E}">
        <p14:creationId xmlns:p14="http://schemas.microsoft.com/office/powerpoint/2010/main" val="3402206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6463A0-CE71-7792-9D4E-7BC380A1E026}"/>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C8665E8-B5AD-F954-0132-C83E3563593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F1EFCB5-FEB7-C003-E251-343E1362C5F7}"/>
              </a:ext>
            </a:extLst>
          </p:cNvPr>
          <p:cNvSpPr>
            <a:spLocks noGrp="1"/>
          </p:cNvSpPr>
          <p:nvPr>
            <p:ph type="dt" sz="half" idx="10"/>
          </p:nvPr>
        </p:nvSpPr>
        <p:spPr/>
        <p:txBody>
          <a:bodyPr/>
          <a:lstStyle/>
          <a:p>
            <a:fld id="{5306AE3F-48E8-442D-9F92-D96C2774EBCC}" type="datetimeFigureOut">
              <a:rPr lang="en-GB" smtClean="0"/>
              <a:t>17/06/2026</a:t>
            </a:fld>
            <a:endParaRPr lang="en-GB"/>
          </a:p>
        </p:txBody>
      </p:sp>
      <p:sp>
        <p:nvSpPr>
          <p:cNvPr id="5" name="Footer Placeholder 4">
            <a:extLst>
              <a:ext uri="{FF2B5EF4-FFF2-40B4-BE49-F238E27FC236}">
                <a16:creationId xmlns:a16="http://schemas.microsoft.com/office/drawing/2014/main" id="{C2FD5116-0C85-7597-7599-C1EEAB7CDB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0B000A-5786-6401-55C6-354A89BE1AFC}"/>
              </a:ext>
            </a:extLst>
          </p:cNvPr>
          <p:cNvSpPr>
            <a:spLocks noGrp="1"/>
          </p:cNvSpPr>
          <p:nvPr>
            <p:ph type="sldNum" sz="quarter" idx="12"/>
          </p:nvPr>
        </p:nvSpPr>
        <p:spPr/>
        <p:txBody>
          <a:bodyPr/>
          <a:lstStyle/>
          <a:p>
            <a:fld id="{8DBE2668-02D6-4C6C-A748-7B8CA48B3A8C}" type="slidenum">
              <a:rPr lang="en-GB" smtClean="0"/>
              <a:t>‹#›</a:t>
            </a:fld>
            <a:endParaRPr lang="en-GB"/>
          </a:p>
        </p:txBody>
      </p:sp>
    </p:spTree>
    <p:extLst>
      <p:ext uri="{BB962C8B-B14F-4D97-AF65-F5344CB8AC3E}">
        <p14:creationId xmlns:p14="http://schemas.microsoft.com/office/powerpoint/2010/main" val="1233569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E1C1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66C4E6-6A60-6272-DA92-A3CEF9BF45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6ED6044F-29C8-0C0E-9420-9938BEBF72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BF0646E-9F8B-CDC2-0DE2-BF622920A4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06AE3F-48E8-442D-9F92-D96C2774EBCC}" type="datetimeFigureOut">
              <a:rPr lang="en-GB" smtClean="0"/>
              <a:t>17/06/2026</a:t>
            </a:fld>
            <a:endParaRPr lang="en-GB"/>
          </a:p>
        </p:txBody>
      </p:sp>
      <p:sp>
        <p:nvSpPr>
          <p:cNvPr id="5" name="Footer Placeholder 4">
            <a:extLst>
              <a:ext uri="{FF2B5EF4-FFF2-40B4-BE49-F238E27FC236}">
                <a16:creationId xmlns:a16="http://schemas.microsoft.com/office/drawing/2014/main" id="{709B1376-86B7-4893-F0C6-B4D27B55BC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2E776D4-4DB9-5139-70B9-130A66116F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BE2668-02D6-4C6C-A748-7B8CA48B3A8C}" type="slidenum">
              <a:rPr lang="en-GB" smtClean="0"/>
              <a:t>‹#›</a:t>
            </a:fld>
            <a:endParaRPr lang="en-GB"/>
          </a:p>
        </p:txBody>
      </p:sp>
    </p:spTree>
    <p:extLst>
      <p:ext uri="{BB962C8B-B14F-4D97-AF65-F5344CB8AC3E}">
        <p14:creationId xmlns:p14="http://schemas.microsoft.com/office/powerpoint/2010/main" val="4215398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jpg"/><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10.jp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C1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36ED9A4-4EB0-C44D-DA48-CFE01A470877}"/>
              </a:ext>
            </a:extLst>
          </p:cNvPr>
          <p:cNvSpPr/>
          <p:nvPr/>
        </p:nvSpPr>
        <p:spPr>
          <a:xfrm>
            <a:off x="3092196" y="1911096"/>
            <a:ext cx="6289548" cy="2916936"/>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dirty="0">
                <a:solidFill>
                  <a:srgbClr val="F2F0EF"/>
                </a:solidFill>
                <a:latin typeface="Tw Cen MT" panose="020B0602020104020603" pitchFamily="34" charset="0"/>
                <a:ea typeface="Microsoft GothicNeo" panose="020B0500000101010101" pitchFamily="34" charset="-127"/>
                <a:cs typeface="Microsoft GothicNeo" panose="020B0500000101010101" pitchFamily="34" charset="-127"/>
              </a:rPr>
              <a:t>Computer Science Coursework 2026/27</a:t>
            </a:r>
          </a:p>
          <a:p>
            <a:pPr algn="ctr"/>
            <a:r>
              <a:rPr lang="en-GB" sz="7000" dirty="0">
                <a:solidFill>
                  <a:srgbClr val="A68521"/>
                </a:solidFill>
                <a:latin typeface="Brush Script MT" panose="03060802040406070304" pitchFamily="66" charset="0"/>
              </a:rPr>
              <a:t>Discussion</a:t>
            </a:r>
          </a:p>
          <a:p>
            <a:pPr algn="ctr"/>
            <a:r>
              <a:rPr lang="en-GB" sz="3000" dirty="0">
                <a:solidFill>
                  <a:srgbClr val="F2F0EF"/>
                </a:solidFill>
                <a:latin typeface="Tw Cen MT" panose="020B0602020104020603" pitchFamily="34" charset="0"/>
                <a:ea typeface="Microsoft GothicNeo" panose="020B0503020000020004" pitchFamily="34" charset="-127"/>
                <a:cs typeface="Microsoft GothicNeo" panose="020B0503020000020004" pitchFamily="34" charset="-127"/>
              </a:rPr>
              <a:t>George Cooke</a:t>
            </a:r>
          </a:p>
        </p:txBody>
      </p:sp>
    </p:spTree>
    <p:extLst>
      <p:ext uri="{BB962C8B-B14F-4D97-AF65-F5344CB8AC3E}">
        <p14:creationId xmlns:p14="http://schemas.microsoft.com/office/powerpoint/2010/main" val="2918856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829FA-222E-13D0-E92F-624AB43FC88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489084C-F3DC-8253-76C0-03FEAB32649C}"/>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EBB72348-7BA3-93E7-874B-9607E8E8F4CB}"/>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Idea #1</a:t>
            </a:r>
          </a:p>
        </p:txBody>
      </p:sp>
      <p:sp>
        <p:nvSpPr>
          <p:cNvPr id="14" name="TextBox 13">
            <a:extLst>
              <a:ext uri="{FF2B5EF4-FFF2-40B4-BE49-F238E27FC236}">
                <a16:creationId xmlns:a16="http://schemas.microsoft.com/office/drawing/2014/main" id="{9F3F410C-EC7C-5AE9-F26D-8021203CCFEA}"/>
              </a:ext>
            </a:extLst>
          </p:cNvPr>
          <p:cNvSpPr txBox="1"/>
          <p:nvPr/>
        </p:nvSpPr>
        <p:spPr>
          <a:xfrm>
            <a:off x="178418" y="1426463"/>
            <a:ext cx="11835164" cy="784830"/>
          </a:xfrm>
          <a:prstGeom prst="rect">
            <a:avLst/>
          </a:prstGeom>
          <a:noFill/>
        </p:spPr>
        <p:txBody>
          <a:bodyPr wrap="square" rtlCol="0">
            <a:spAutoFit/>
          </a:bodyPr>
          <a:lstStyle/>
          <a:p>
            <a:r>
              <a:rPr lang="en-GB" sz="4500" dirty="0">
                <a:solidFill>
                  <a:srgbClr val="A68521"/>
                </a:solidFill>
                <a:latin typeface="Tw Cen MT" panose="020B0602020104020603" pitchFamily="34" charset="0"/>
              </a:rPr>
              <a:t>Todo Tracker</a:t>
            </a:r>
          </a:p>
        </p:txBody>
      </p:sp>
      <p:sp>
        <p:nvSpPr>
          <p:cNvPr id="15" name="TextBox 14">
            <a:extLst>
              <a:ext uri="{FF2B5EF4-FFF2-40B4-BE49-F238E27FC236}">
                <a16:creationId xmlns:a16="http://schemas.microsoft.com/office/drawing/2014/main" id="{F088C958-6F08-C7B6-A1AC-8F6509C784FD}"/>
              </a:ext>
            </a:extLst>
          </p:cNvPr>
          <p:cNvSpPr txBox="1"/>
          <p:nvPr/>
        </p:nvSpPr>
        <p:spPr>
          <a:xfrm>
            <a:off x="178418" y="2317344"/>
            <a:ext cx="5562506" cy="3170099"/>
          </a:xfrm>
          <a:prstGeom prst="rect">
            <a:avLst/>
          </a:prstGeom>
          <a:noFill/>
        </p:spPr>
        <p:txBody>
          <a:bodyPr wrap="square" rtlCol="0">
            <a:spAutoFit/>
          </a:bodyPr>
          <a:lstStyle/>
          <a:p>
            <a:pPr marL="285750" indent="-285750">
              <a:buFont typeface="Arial" panose="020B0604020202020204" pitchFamily="34" charset="0"/>
              <a:buChar char="•"/>
            </a:pPr>
            <a:r>
              <a:rPr lang="en-GB" sz="2500" dirty="0">
                <a:solidFill>
                  <a:srgbClr val="F2F0EF"/>
                </a:solidFill>
              </a:rPr>
              <a:t>Track repeating </a:t>
            </a:r>
            <a:r>
              <a:rPr lang="en-GB" sz="2500" dirty="0" err="1">
                <a:solidFill>
                  <a:srgbClr val="F2F0EF"/>
                </a:solidFill>
              </a:rPr>
              <a:t>todo</a:t>
            </a:r>
            <a:r>
              <a:rPr lang="en-GB" sz="2500" dirty="0">
                <a:solidFill>
                  <a:srgbClr val="F2F0EF"/>
                </a:solidFill>
              </a:rPr>
              <a:t> list items,</a:t>
            </a:r>
          </a:p>
          <a:p>
            <a:pPr marL="742950" lvl="1" indent="-285750">
              <a:buFont typeface="Arial" panose="020B0604020202020204" pitchFamily="34" charset="0"/>
              <a:buChar char="•"/>
            </a:pPr>
            <a:r>
              <a:rPr lang="en-GB" sz="2500" dirty="0">
                <a:solidFill>
                  <a:srgbClr val="F2F0EF"/>
                </a:solidFill>
              </a:rPr>
              <a:t>Have a table each for daily, weekly, and monthly repeats,</a:t>
            </a:r>
          </a:p>
          <a:p>
            <a:pPr marL="742950" lvl="1" indent="-285750">
              <a:buFont typeface="Arial" panose="020B0604020202020204" pitchFamily="34" charset="0"/>
              <a:buChar char="•"/>
            </a:pPr>
            <a:r>
              <a:rPr lang="en-GB" sz="2500" dirty="0">
                <a:solidFill>
                  <a:srgbClr val="F2F0EF"/>
                </a:solidFill>
              </a:rPr>
              <a:t>Generate each item based on repeat schedule at the beginning of each day,</a:t>
            </a:r>
          </a:p>
          <a:p>
            <a:pPr marL="285750" indent="-285750">
              <a:buFont typeface="Arial" panose="020B0604020202020204" pitchFamily="34" charset="0"/>
              <a:buChar char="•"/>
            </a:pPr>
            <a:r>
              <a:rPr lang="en-GB" sz="2500" dirty="0">
                <a:solidFill>
                  <a:srgbClr val="F2F0EF"/>
                </a:solidFill>
              </a:rPr>
              <a:t>Print / email the itinerary of the day to the user at the beginning of each day,</a:t>
            </a:r>
          </a:p>
        </p:txBody>
      </p:sp>
      <p:pic>
        <p:nvPicPr>
          <p:cNvPr id="18" name="Picture 17">
            <a:extLst>
              <a:ext uri="{FF2B5EF4-FFF2-40B4-BE49-F238E27FC236}">
                <a16:creationId xmlns:a16="http://schemas.microsoft.com/office/drawing/2014/main" id="{2A9C63DC-AB54-FA4E-DC6B-8702F5645455}"/>
              </a:ext>
            </a:extLst>
          </p:cNvPr>
          <p:cNvPicPr>
            <a:picLocks noChangeAspect="1"/>
          </p:cNvPicPr>
          <p:nvPr/>
        </p:nvPicPr>
        <p:blipFill>
          <a:blip r:embed="rId2">
            <a:extLst>
              <a:ext uri="{28A0092B-C50C-407E-A947-70E740481C1C}">
                <a14:useLocalDpi xmlns:a14="http://schemas.microsoft.com/office/drawing/2010/main" val="0"/>
              </a:ext>
            </a:extLst>
          </a:blip>
          <a:srcRect l="15747" r="7513"/>
          <a:stretch>
            <a:fillRect/>
          </a:stretch>
        </p:blipFill>
        <p:spPr>
          <a:xfrm>
            <a:off x="6249971" y="1673012"/>
            <a:ext cx="5680876" cy="4935178"/>
          </a:xfrm>
          <a:prstGeom prst="rect">
            <a:avLst/>
          </a:prstGeom>
        </p:spPr>
      </p:pic>
      <p:pic>
        <p:nvPicPr>
          <p:cNvPr id="21" name="Picture 20" descr="Rejected Stamp PNGs for Free Download">
            <a:extLst>
              <a:ext uri="{FF2B5EF4-FFF2-40B4-BE49-F238E27FC236}">
                <a16:creationId xmlns:a16="http://schemas.microsoft.com/office/drawing/2014/main" id="{51537D71-D505-7405-5678-861E5AFE6623}"/>
              </a:ext>
            </a:extLst>
          </p:cNvPr>
          <p:cNvPicPr>
            <a:picLocks noChangeAspect="1"/>
          </p:cNvPicPr>
          <p:nvPr/>
        </p:nvPicPr>
        <p:blipFill>
          <a:blip r:embed="rId3">
            <a:alphaModFix amt="80000"/>
          </a:blip>
          <a:stretch>
            <a:fillRect/>
          </a:stretch>
        </p:blipFill>
        <p:spPr>
          <a:xfrm rot="20922583">
            <a:off x="999596" y="623576"/>
            <a:ext cx="10235482" cy="5117741"/>
          </a:xfrm>
          <a:prstGeom prst="rect">
            <a:avLst/>
          </a:prstGeom>
        </p:spPr>
      </p:pic>
    </p:spTree>
    <p:extLst>
      <p:ext uri="{BB962C8B-B14F-4D97-AF65-F5344CB8AC3E}">
        <p14:creationId xmlns:p14="http://schemas.microsoft.com/office/powerpoint/2010/main" val="4870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
                                        <p:tgtEl>
                                          <p:spTgt spid="21"/>
                                        </p:tgtEl>
                                      </p:cBhvr>
                                    </p:animEffect>
                                    <p:anim calcmode="lin" valueType="num">
                                      <p:cBhvr>
                                        <p:cTn id="8" dur="100" fill="hold"/>
                                        <p:tgtEl>
                                          <p:spTgt spid="21"/>
                                        </p:tgtEl>
                                        <p:attrNameLst>
                                          <p:attrName>ppt_x</p:attrName>
                                        </p:attrNameLst>
                                      </p:cBhvr>
                                      <p:tavLst>
                                        <p:tav tm="0">
                                          <p:val>
                                            <p:strVal val="#ppt_x"/>
                                          </p:val>
                                        </p:tav>
                                        <p:tav tm="100000">
                                          <p:val>
                                            <p:strVal val="#ppt_x"/>
                                          </p:val>
                                        </p:tav>
                                      </p:tavLst>
                                    </p:anim>
                                    <p:anim calcmode="lin" valueType="num">
                                      <p:cBhvr>
                                        <p:cTn id="9" dur="1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09E43-6A33-4FE7-5BBA-A773C0F9F7B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87155D0-CE88-9E00-37C6-7AD5E840315C}"/>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EB20E166-FD73-1C7D-53B6-0C6454D0C981}"/>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Idea #1- Rejection Report</a:t>
            </a:r>
          </a:p>
        </p:txBody>
      </p:sp>
      <p:sp>
        <p:nvSpPr>
          <p:cNvPr id="7" name="TextBox 6">
            <a:extLst>
              <a:ext uri="{FF2B5EF4-FFF2-40B4-BE49-F238E27FC236}">
                <a16:creationId xmlns:a16="http://schemas.microsoft.com/office/drawing/2014/main" id="{F7E2466A-1215-EBC7-00FB-726320640E24}"/>
              </a:ext>
            </a:extLst>
          </p:cNvPr>
          <p:cNvSpPr txBox="1"/>
          <p:nvPr/>
        </p:nvSpPr>
        <p:spPr>
          <a:xfrm>
            <a:off x="178418" y="1426463"/>
            <a:ext cx="11835164" cy="784830"/>
          </a:xfrm>
          <a:prstGeom prst="rect">
            <a:avLst/>
          </a:prstGeom>
          <a:noFill/>
        </p:spPr>
        <p:txBody>
          <a:bodyPr wrap="square" rtlCol="0">
            <a:spAutoFit/>
          </a:bodyPr>
          <a:lstStyle/>
          <a:p>
            <a:r>
              <a:rPr lang="en-GB" sz="4500" dirty="0">
                <a:solidFill>
                  <a:srgbClr val="A68521"/>
                </a:solidFill>
                <a:latin typeface="Tw Cen MT" panose="020B0602020104020603" pitchFamily="34" charset="0"/>
              </a:rPr>
              <a:t>Todo Tracker</a:t>
            </a:r>
          </a:p>
        </p:txBody>
      </p:sp>
      <p:sp>
        <p:nvSpPr>
          <p:cNvPr id="10" name="TextBox 9">
            <a:extLst>
              <a:ext uri="{FF2B5EF4-FFF2-40B4-BE49-F238E27FC236}">
                <a16:creationId xmlns:a16="http://schemas.microsoft.com/office/drawing/2014/main" id="{2B7C3F3B-F4C7-F3D5-4B67-AB98E9B5C939}"/>
              </a:ext>
            </a:extLst>
          </p:cNvPr>
          <p:cNvSpPr txBox="1"/>
          <p:nvPr/>
        </p:nvSpPr>
        <p:spPr>
          <a:xfrm>
            <a:off x="178418" y="2317344"/>
            <a:ext cx="5562506" cy="2015936"/>
          </a:xfrm>
          <a:prstGeom prst="rect">
            <a:avLst/>
          </a:prstGeom>
          <a:noFill/>
        </p:spPr>
        <p:txBody>
          <a:bodyPr wrap="square" rtlCol="0">
            <a:spAutoFit/>
          </a:bodyPr>
          <a:lstStyle/>
          <a:p>
            <a:pPr marL="285750" indent="-285750">
              <a:buFont typeface="Arial" panose="020B0604020202020204" pitchFamily="34" charset="0"/>
              <a:buChar char="•"/>
            </a:pPr>
            <a:r>
              <a:rPr lang="en-GB" sz="2500" dirty="0">
                <a:solidFill>
                  <a:srgbClr val="F2F0EF"/>
                </a:solidFill>
              </a:rPr>
              <a:t>Overly simplistic,</a:t>
            </a:r>
          </a:p>
          <a:p>
            <a:pPr marL="742950" lvl="1" indent="-285750">
              <a:buFont typeface="Arial" panose="020B0604020202020204" pitchFamily="34" charset="0"/>
              <a:buChar char="•"/>
            </a:pPr>
            <a:r>
              <a:rPr lang="en-GB" sz="2500" dirty="0">
                <a:solidFill>
                  <a:srgbClr val="F2F0EF"/>
                </a:solidFill>
              </a:rPr>
              <a:t>Can be done in a week,</a:t>
            </a:r>
          </a:p>
          <a:p>
            <a:pPr marL="285750" indent="-285750">
              <a:buFont typeface="Arial" panose="020B0604020202020204" pitchFamily="34" charset="0"/>
              <a:buChar char="•"/>
            </a:pPr>
            <a:r>
              <a:rPr lang="en-GB" sz="2500" dirty="0">
                <a:solidFill>
                  <a:srgbClr val="F2F0EF"/>
                </a:solidFill>
              </a:rPr>
              <a:t>No scope for sorting and searching algorithms,</a:t>
            </a:r>
          </a:p>
          <a:p>
            <a:pPr marL="285750" indent="-285750">
              <a:buFont typeface="Arial" panose="020B0604020202020204" pitchFamily="34" charset="0"/>
              <a:buChar char="•"/>
            </a:pPr>
            <a:r>
              <a:rPr lang="en-GB" sz="2500" dirty="0">
                <a:solidFill>
                  <a:srgbClr val="F2F0EF"/>
                </a:solidFill>
              </a:rPr>
              <a:t>Boring,</a:t>
            </a:r>
          </a:p>
        </p:txBody>
      </p:sp>
      <p:pic>
        <p:nvPicPr>
          <p:cNvPr id="12" name="Picture 11">
            <a:extLst>
              <a:ext uri="{FF2B5EF4-FFF2-40B4-BE49-F238E27FC236}">
                <a16:creationId xmlns:a16="http://schemas.microsoft.com/office/drawing/2014/main" id="{C09A5E5C-2353-7D99-5AAC-E52044E90E79}"/>
              </a:ext>
            </a:extLst>
          </p:cNvPr>
          <p:cNvPicPr>
            <a:picLocks noChangeAspect="1"/>
          </p:cNvPicPr>
          <p:nvPr/>
        </p:nvPicPr>
        <p:blipFill>
          <a:blip r:embed="rId2">
            <a:extLst>
              <a:ext uri="{28A0092B-C50C-407E-A947-70E740481C1C}">
                <a14:useLocalDpi xmlns:a14="http://schemas.microsoft.com/office/drawing/2010/main" val="0"/>
              </a:ext>
            </a:extLst>
          </a:blip>
          <a:srcRect l="15747" r="7513"/>
          <a:stretch>
            <a:fillRect/>
          </a:stretch>
        </p:blipFill>
        <p:spPr>
          <a:xfrm>
            <a:off x="6249971" y="1673012"/>
            <a:ext cx="5680876" cy="4935178"/>
          </a:xfrm>
          <a:prstGeom prst="rect">
            <a:avLst/>
          </a:prstGeom>
        </p:spPr>
      </p:pic>
    </p:spTree>
    <p:extLst>
      <p:ext uri="{BB962C8B-B14F-4D97-AF65-F5344CB8AC3E}">
        <p14:creationId xmlns:p14="http://schemas.microsoft.com/office/powerpoint/2010/main" val="401724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65547-AAE9-12C0-D58E-F5BE92B1B8F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B587171-B6E3-D4DE-0305-EB18FB620F61}"/>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DFB053C1-0DC3-5591-4A99-85E0CA147535}"/>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Idea #2</a:t>
            </a:r>
          </a:p>
        </p:txBody>
      </p:sp>
      <p:sp>
        <p:nvSpPr>
          <p:cNvPr id="14" name="TextBox 13">
            <a:extLst>
              <a:ext uri="{FF2B5EF4-FFF2-40B4-BE49-F238E27FC236}">
                <a16:creationId xmlns:a16="http://schemas.microsoft.com/office/drawing/2014/main" id="{DD7E5D26-95A5-8D80-DB2C-01BE36068BDE}"/>
              </a:ext>
            </a:extLst>
          </p:cNvPr>
          <p:cNvSpPr txBox="1"/>
          <p:nvPr/>
        </p:nvSpPr>
        <p:spPr>
          <a:xfrm>
            <a:off x="178418" y="1426463"/>
            <a:ext cx="11835164" cy="784830"/>
          </a:xfrm>
          <a:prstGeom prst="rect">
            <a:avLst/>
          </a:prstGeom>
          <a:noFill/>
        </p:spPr>
        <p:txBody>
          <a:bodyPr wrap="square" rtlCol="0">
            <a:spAutoFit/>
          </a:bodyPr>
          <a:lstStyle/>
          <a:p>
            <a:r>
              <a:rPr lang="en-GB" sz="4500" dirty="0">
                <a:solidFill>
                  <a:srgbClr val="A68521"/>
                </a:solidFill>
                <a:latin typeface="Tw Cen MT" panose="020B0602020104020603" pitchFamily="34" charset="0"/>
              </a:rPr>
              <a:t>Airline Operations</a:t>
            </a:r>
          </a:p>
        </p:txBody>
      </p:sp>
      <p:sp>
        <p:nvSpPr>
          <p:cNvPr id="15" name="TextBox 14">
            <a:extLst>
              <a:ext uri="{FF2B5EF4-FFF2-40B4-BE49-F238E27FC236}">
                <a16:creationId xmlns:a16="http://schemas.microsoft.com/office/drawing/2014/main" id="{7182C0D8-0D2D-34ED-E00B-CFCD945DAD72}"/>
              </a:ext>
            </a:extLst>
          </p:cNvPr>
          <p:cNvSpPr txBox="1"/>
          <p:nvPr/>
        </p:nvSpPr>
        <p:spPr>
          <a:xfrm>
            <a:off x="178418" y="2317344"/>
            <a:ext cx="5562506" cy="2015936"/>
          </a:xfrm>
          <a:prstGeom prst="rect">
            <a:avLst/>
          </a:prstGeom>
          <a:noFill/>
        </p:spPr>
        <p:txBody>
          <a:bodyPr wrap="square" rtlCol="0">
            <a:spAutoFit/>
          </a:bodyPr>
          <a:lstStyle/>
          <a:p>
            <a:pPr marL="285750" indent="-285750">
              <a:buFont typeface="Arial" panose="020B0604020202020204" pitchFamily="34" charset="0"/>
              <a:buChar char="•"/>
            </a:pPr>
            <a:r>
              <a:rPr lang="en-GB" sz="2500" dirty="0">
                <a:solidFill>
                  <a:srgbClr val="F2F0EF"/>
                </a:solidFill>
              </a:rPr>
              <a:t>Track the fleet of the airline,</a:t>
            </a:r>
          </a:p>
          <a:p>
            <a:pPr marL="285750" indent="-285750">
              <a:buFont typeface="Arial" panose="020B0604020202020204" pitchFamily="34" charset="0"/>
              <a:buChar char="•"/>
            </a:pPr>
            <a:r>
              <a:rPr lang="en-GB" sz="2500" dirty="0">
                <a:solidFill>
                  <a:srgbClr val="F2F0EF"/>
                </a:solidFill>
              </a:rPr>
              <a:t>Assign to routes,</a:t>
            </a:r>
          </a:p>
          <a:p>
            <a:pPr marL="285750" indent="-285750">
              <a:buFont typeface="Arial" panose="020B0604020202020204" pitchFamily="34" charset="0"/>
              <a:buChar char="•"/>
            </a:pPr>
            <a:r>
              <a:rPr lang="en-GB" sz="2500" dirty="0">
                <a:solidFill>
                  <a:srgbClr val="F2F0EF"/>
                </a:solidFill>
              </a:rPr>
              <a:t>Track maintenance schedules,</a:t>
            </a:r>
          </a:p>
          <a:p>
            <a:pPr marL="285750" indent="-285750">
              <a:buFont typeface="Arial" panose="020B0604020202020204" pitchFamily="34" charset="0"/>
              <a:buChar char="•"/>
            </a:pPr>
            <a:r>
              <a:rPr lang="en-GB" sz="2500" dirty="0">
                <a:solidFill>
                  <a:srgbClr val="F2F0EF"/>
                </a:solidFill>
              </a:rPr>
              <a:t>Manage delays,</a:t>
            </a:r>
          </a:p>
          <a:p>
            <a:pPr marL="285750" indent="-285750">
              <a:buFont typeface="Arial" panose="020B0604020202020204" pitchFamily="34" charset="0"/>
              <a:buChar char="•"/>
            </a:pPr>
            <a:r>
              <a:rPr lang="en-GB" sz="2500" dirty="0">
                <a:solidFill>
                  <a:srgbClr val="F2F0EF"/>
                </a:solidFill>
              </a:rPr>
              <a:t>Manage and assign crew,</a:t>
            </a:r>
          </a:p>
        </p:txBody>
      </p:sp>
      <p:pic>
        <p:nvPicPr>
          <p:cNvPr id="18" name="Picture 17">
            <a:extLst>
              <a:ext uri="{FF2B5EF4-FFF2-40B4-BE49-F238E27FC236}">
                <a16:creationId xmlns:a16="http://schemas.microsoft.com/office/drawing/2014/main" id="{310B0CDD-7418-567B-9D65-34C77C82E1E7}"/>
              </a:ext>
            </a:extLst>
          </p:cNvPr>
          <p:cNvPicPr>
            <a:picLocks noChangeAspect="1"/>
          </p:cNvPicPr>
          <p:nvPr/>
        </p:nvPicPr>
        <p:blipFill>
          <a:blip r:embed="rId2">
            <a:extLst>
              <a:ext uri="{28A0092B-C50C-407E-A947-70E740481C1C}">
                <a14:useLocalDpi xmlns:a14="http://schemas.microsoft.com/office/drawing/2010/main" val="0"/>
              </a:ext>
            </a:extLst>
          </a:blip>
          <a:srcRect l="15747" r="7513"/>
          <a:stretch>
            <a:fillRect/>
          </a:stretch>
        </p:blipFill>
        <p:spPr>
          <a:xfrm>
            <a:off x="6249971" y="1673012"/>
            <a:ext cx="5680876" cy="4935178"/>
          </a:xfrm>
          <a:prstGeom prst="rect">
            <a:avLst/>
          </a:prstGeom>
        </p:spPr>
      </p:pic>
      <p:pic>
        <p:nvPicPr>
          <p:cNvPr id="4" name="Picture 3">
            <a:extLst>
              <a:ext uri="{FF2B5EF4-FFF2-40B4-BE49-F238E27FC236}">
                <a16:creationId xmlns:a16="http://schemas.microsoft.com/office/drawing/2014/main" id="{AB0075DB-B89D-6601-3ABB-5184504EFE48}"/>
              </a:ext>
            </a:extLst>
          </p:cNvPr>
          <p:cNvPicPr>
            <a:picLocks noChangeAspect="1"/>
          </p:cNvPicPr>
          <p:nvPr/>
        </p:nvPicPr>
        <p:blipFill>
          <a:blip r:embed="rId3">
            <a:extLst>
              <a:ext uri="{28A0092B-C50C-407E-A947-70E740481C1C}">
                <a14:useLocalDpi xmlns:a14="http://schemas.microsoft.com/office/drawing/2010/main" val="0"/>
              </a:ext>
            </a:extLst>
          </a:blip>
          <a:srcRect t="4340" b="8788"/>
          <a:stretch>
            <a:fillRect/>
          </a:stretch>
        </p:blipFill>
        <p:spPr>
          <a:xfrm>
            <a:off x="6249971" y="1673013"/>
            <a:ext cx="5680876" cy="4935177"/>
          </a:xfrm>
          <a:prstGeom prst="rect">
            <a:avLst/>
          </a:prstGeom>
        </p:spPr>
      </p:pic>
      <p:pic>
        <p:nvPicPr>
          <p:cNvPr id="5" name="Picture 4" descr="Rejected Stamp PNGs for Free Download">
            <a:extLst>
              <a:ext uri="{FF2B5EF4-FFF2-40B4-BE49-F238E27FC236}">
                <a16:creationId xmlns:a16="http://schemas.microsoft.com/office/drawing/2014/main" id="{2594F841-256C-56C8-1B67-9426ED3F752D}"/>
              </a:ext>
            </a:extLst>
          </p:cNvPr>
          <p:cNvPicPr>
            <a:picLocks noChangeAspect="1"/>
          </p:cNvPicPr>
          <p:nvPr/>
        </p:nvPicPr>
        <p:blipFill>
          <a:blip r:embed="rId4">
            <a:alphaModFix amt="80000"/>
          </a:blip>
          <a:stretch>
            <a:fillRect/>
          </a:stretch>
        </p:blipFill>
        <p:spPr>
          <a:xfrm rot="20922583">
            <a:off x="999596" y="623576"/>
            <a:ext cx="10235482" cy="5117741"/>
          </a:xfrm>
          <a:prstGeom prst="rect">
            <a:avLst/>
          </a:prstGeom>
        </p:spPr>
      </p:pic>
    </p:spTree>
    <p:extLst>
      <p:ext uri="{BB962C8B-B14F-4D97-AF65-F5344CB8AC3E}">
        <p14:creationId xmlns:p14="http://schemas.microsoft.com/office/powerpoint/2010/main" val="1975454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
                                        <p:tgtEl>
                                          <p:spTgt spid="5"/>
                                        </p:tgtEl>
                                      </p:cBhvr>
                                    </p:animEffect>
                                    <p:anim calcmode="lin" valueType="num">
                                      <p:cBhvr>
                                        <p:cTn id="8" dur="100" fill="hold"/>
                                        <p:tgtEl>
                                          <p:spTgt spid="5"/>
                                        </p:tgtEl>
                                        <p:attrNameLst>
                                          <p:attrName>ppt_x</p:attrName>
                                        </p:attrNameLst>
                                      </p:cBhvr>
                                      <p:tavLst>
                                        <p:tav tm="0">
                                          <p:val>
                                            <p:strVal val="#ppt_x"/>
                                          </p:val>
                                        </p:tav>
                                        <p:tav tm="100000">
                                          <p:val>
                                            <p:strVal val="#ppt_x"/>
                                          </p:val>
                                        </p:tav>
                                      </p:tavLst>
                                    </p:anim>
                                    <p:anim calcmode="lin" valueType="num">
                                      <p:cBhvr>
                                        <p:cTn id="9" dur="1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BBA17-B160-EF61-80B1-EE0F601F3B6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3882E33-0EAF-B908-CB86-847AB7AC501C}"/>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22389E6E-D3DB-E2CC-21AD-20C57F131E59}"/>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Idea #2- Rejection Report</a:t>
            </a:r>
          </a:p>
        </p:txBody>
      </p:sp>
      <p:pic>
        <p:nvPicPr>
          <p:cNvPr id="12" name="Picture 11">
            <a:extLst>
              <a:ext uri="{FF2B5EF4-FFF2-40B4-BE49-F238E27FC236}">
                <a16:creationId xmlns:a16="http://schemas.microsoft.com/office/drawing/2014/main" id="{565B4084-57D6-B6DE-9225-739D8130FDF0}"/>
              </a:ext>
            </a:extLst>
          </p:cNvPr>
          <p:cNvPicPr>
            <a:picLocks noChangeAspect="1"/>
          </p:cNvPicPr>
          <p:nvPr/>
        </p:nvPicPr>
        <p:blipFill>
          <a:blip r:embed="rId2">
            <a:extLst>
              <a:ext uri="{28A0092B-C50C-407E-A947-70E740481C1C}">
                <a14:useLocalDpi xmlns:a14="http://schemas.microsoft.com/office/drawing/2010/main" val="0"/>
              </a:ext>
            </a:extLst>
          </a:blip>
          <a:srcRect l="15747" r="7513"/>
          <a:stretch>
            <a:fillRect/>
          </a:stretch>
        </p:blipFill>
        <p:spPr>
          <a:xfrm>
            <a:off x="6249971" y="1673012"/>
            <a:ext cx="5680876" cy="4935178"/>
          </a:xfrm>
          <a:prstGeom prst="rect">
            <a:avLst/>
          </a:prstGeom>
        </p:spPr>
      </p:pic>
      <p:pic>
        <p:nvPicPr>
          <p:cNvPr id="4" name="Picture 3">
            <a:extLst>
              <a:ext uri="{FF2B5EF4-FFF2-40B4-BE49-F238E27FC236}">
                <a16:creationId xmlns:a16="http://schemas.microsoft.com/office/drawing/2014/main" id="{5CE00A8E-7968-22A6-CEAB-DB14D5E1B8FF}"/>
              </a:ext>
            </a:extLst>
          </p:cNvPr>
          <p:cNvPicPr>
            <a:picLocks noChangeAspect="1"/>
          </p:cNvPicPr>
          <p:nvPr/>
        </p:nvPicPr>
        <p:blipFill>
          <a:blip r:embed="rId3">
            <a:extLst>
              <a:ext uri="{28A0092B-C50C-407E-A947-70E740481C1C}">
                <a14:useLocalDpi xmlns:a14="http://schemas.microsoft.com/office/drawing/2010/main" val="0"/>
              </a:ext>
            </a:extLst>
          </a:blip>
          <a:srcRect t="4340" b="8788"/>
          <a:stretch>
            <a:fillRect/>
          </a:stretch>
        </p:blipFill>
        <p:spPr>
          <a:xfrm>
            <a:off x="6249971" y="1673013"/>
            <a:ext cx="5680876" cy="4935177"/>
          </a:xfrm>
          <a:prstGeom prst="rect">
            <a:avLst/>
          </a:prstGeom>
        </p:spPr>
      </p:pic>
      <p:sp>
        <p:nvSpPr>
          <p:cNvPr id="8" name="TextBox 7">
            <a:extLst>
              <a:ext uri="{FF2B5EF4-FFF2-40B4-BE49-F238E27FC236}">
                <a16:creationId xmlns:a16="http://schemas.microsoft.com/office/drawing/2014/main" id="{7A54DC1F-F5C3-7BF1-5C22-D819EC22F94F}"/>
              </a:ext>
            </a:extLst>
          </p:cNvPr>
          <p:cNvSpPr txBox="1"/>
          <p:nvPr/>
        </p:nvSpPr>
        <p:spPr>
          <a:xfrm>
            <a:off x="178418" y="1426463"/>
            <a:ext cx="11835164" cy="784830"/>
          </a:xfrm>
          <a:prstGeom prst="rect">
            <a:avLst/>
          </a:prstGeom>
          <a:noFill/>
        </p:spPr>
        <p:txBody>
          <a:bodyPr wrap="square" rtlCol="0">
            <a:spAutoFit/>
          </a:bodyPr>
          <a:lstStyle/>
          <a:p>
            <a:r>
              <a:rPr lang="en-GB" sz="4500" dirty="0">
                <a:solidFill>
                  <a:srgbClr val="A68521"/>
                </a:solidFill>
                <a:latin typeface="Tw Cen MT" panose="020B0602020104020603" pitchFamily="34" charset="0"/>
              </a:rPr>
              <a:t>Airline Operations</a:t>
            </a:r>
          </a:p>
        </p:txBody>
      </p:sp>
      <p:sp>
        <p:nvSpPr>
          <p:cNvPr id="11" name="TextBox 10">
            <a:extLst>
              <a:ext uri="{FF2B5EF4-FFF2-40B4-BE49-F238E27FC236}">
                <a16:creationId xmlns:a16="http://schemas.microsoft.com/office/drawing/2014/main" id="{078E581C-01E3-EB80-AF7E-FC73325B6F6F}"/>
              </a:ext>
            </a:extLst>
          </p:cNvPr>
          <p:cNvSpPr txBox="1"/>
          <p:nvPr/>
        </p:nvSpPr>
        <p:spPr>
          <a:xfrm>
            <a:off x="178418" y="2317344"/>
            <a:ext cx="5562506" cy="2400657"/>
          </a:xfrm>
          <a:prstGeom prst="rect">
            <a:avLst/>
          </a:prstGeom>
          <a:noFill/>
        </p:spPr>
        <p:txBody>
          <a:bodyPr wrap="square" rtlCol="0">
            <a:spAutoFit/>
          </a:bodyPr>
          <a:lstStyle/>
          <a:p>
            <a:pPr marL="285750" indent="-285750">
              <a:buFont typeface="Arial" panose="020B0604020202020204" pitchFamily="34" charset="0"/>
              <a:buChar char="•"/>
            </a:pPr>
            <a:r>
              <a:rPr lang="en-GB" sz="2500" dirty="0">
                <a:solidFill>
                  <a:srgbClr val="F2F0EF"/>
                </a:solidFill>
              </a:rPr>
              <a:t>No way to interact with the real world,</a:t>
            </a:r>
          </a:p>
          <a:p>
            <a:pPr marL="742950" lvl="1" indent="-285750">
              <a:buFont typeface="Arial" panose="020B0604020202020204" pitchFamily="34" charset="0"/>
              <a:buChar char="•"/>
            </a:pPr>
            <a:r>
              <a:rPr lang="en-GB" sz="2500" dirty="0">
                <a:solidFill>
                  <a:srgbClr val="F2F0EF"/>
                </a:solidFill>
              </a:rPr>
              <a:t>Failures would have to be randomised,</a:t>
            </a:r>
          </a:p>
          <a:p>
            <a:pPr marL="742950" lvl="1" indent="-285750">
              <a:buFont typeface="Arial" panose="020B0604020202020204" pitchFamily="34" charset="0"/>
              <a:buChar char="•"/>
            </a:pPr>
            <a:r>
              <a:rPr lang="en-GB" sz="2500" dirty="0">
                <a:solidFill>
                  <a:srgbClr val="F2F0EF"/>
                </a:solidFill>
              </a:rPr>
              <a:t>Gives unsavoury flavour of gamification,</a:t>
            </a:r>
          </a:p>
        </p:txBody>
      </p:sp>
    </p:spTree>
    <p:extLst>
      <p:ext uri="{BB962C8B-B14F-4D97-AF65-F5344CB8AC3E}">
        <p14:creationId xmlns:p14="http://schemas.microsoft.com/office/powerpoint/2010/main" val="1251812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1360-3FC4-C79F-5A1D-859A8D46354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820915E-AE4C-1851-0BDA-C70250B16CDC}"/>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29EB3549-43F7-EAD3-3D85-E858210572A4}"/>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Idea #3</a:t>
            </a:r>
          </a:p>
        </p:txBody>
      </p:sp>
      <p:sp>
        <p:nvSpPr>
          <p:cNvPr id="14" name="TextBox 13">
            <a:extLst>
              <a:ext uri="{FF2B5EF4-FFF2-40B4-BE49-F238E27FC236}">
                <a16:creationId xmlns:a16="http://schemas.microsoft.com/office/drawing/2014/main" id="{5F792415-57C8-2A0A-947C-04E7C041BA7C}"/>
              </a:ext>
            </a:extLst>
          </p:cNvPr>
          <p:cNvSpPr txBox="1"/>
          <p:nvPr/>
        </p:nvSpPr>
        <p:spPr>
          <a:xfrm>
            <a:off x="178418" y="1426463"/>
            <a:ext cx="11835164" cy="784830"/>
          </a:xfrm>
          <a:prstGeom prst="rect">
            <a:avLst/>
          </a:prstGeom>
          <a:noFill/>
        </p:spPr>
        <p:txBody>
          <a:bodyPr wrap="square" rtlCol="0">
            <a:spAutoFit/>
          </a:bodyPr>
          <a:lstStyle/>
          <a:p>
            <a:r>
              <a:rPr lang="en-GB" sz="4500" dirty="0">
                <a:solidFill>
                  <a:srgbClr val="A68521"/>
                </a:solidFill>
                <a:latin typeface="Tw Cen MT" panose="020B0602020104020603" pitchFamily="34" charset="0"/>
              </a:rPr>
              <a:t>Airline Bookings</a:t>
            </a:r>
          </a:p>
        </p:txBody>
      </p:sp>
      <p:sp>
        <p:nvSpPr>
          <p:cNvPr id="15" name="TextBox 14">
            <a:extLst>
              <a:ext uri="{FF2B5EF4-FFF2-40B4-BE49-F238E27FC236}">
                <a16:creationId xmlns:a16="http://schemas.microsoft.com/office/drawing/2014/main" id="{B98EDE1C-8029-ECC0-9D44-190854426F53}"/>
              </a:ext>
            </a:extLst>
          </p:cNvPr>
          <p:cNvSpPr txBox="1"/>
          <p:nvPr/>
        </p:nvSpPr>
        <p:spPr>
          <a:xfrm>
            <a:off x="178418" y="2317344"/>
            <a:ext cx="5562506" cy="1631216"/>
          </a:xfrm>
          <a:prstGeom prst="rect">
            <a:avLst/>
          </a:prstGeom>
          <a:noFill/>
        </p:spPr>
        <p:txBody>
          <a:bodyPr wrap="square" rtlCol="0">
            <a:spAutoFit/>
          </a:bodyPr>
          <a:lstStyle/>
          <a:p>
            <a:pPr marL="285750" indent="-285750">
              <a:buFont typeface="Arial" panose="020B0604020202020204" pitchFamily="34" charset="0"/>
              <a:buChar char="•"/>
            </a:pPr>
            <a:r>
              <a:rPr lang="en-GB" sz="2500" dirty="0">
                <a:solidFill>
                  <a:srgbClr val="F2F0EF"/>
                </a:solidFill>
              </a:rPr>
              <a:t>Create routes,</a:t>
            </a:r>
          </a:p>
          <a:p>
            <a:pPr marL="742950" lvl="1" indent="-285750">
              <a:buFont typeface="Arial" panose="020B0604020202020204" pitchFamily="34" charset="0"/>
              <a:buChar char="•"/>
            </a:pPr>
            <a:r>
              <a:rPr lang="en-GB" sz="2500" dirty="0">
                <a:solidFill>
                  <a:srgbClr val="F2F0EF"/>
                </a:solidFill>
              </a:rPr>
              <a:t>Schedule for the future,</a:t>
            </a:r>
          </a:p>
          <a:p>
            <a:pPr marL="285750" indent="-285750">
              <a:buFont typeface="Arial" panose="020B0604020202020204" pitchFamily="34" charset="0"/>
              <a:buChar char="•"/>
            </a:pPr>
            <a:r>
              <a:rPr lang="en-GB" sz="2500" dirty="0">
                <a:solidFill>
                  <a:srgbClr val="F2F0EF"/>
                </a:solidFill>
              </a:rPr>
              <a:t>Passengers need to be able to book on to flights,</a:t>
            </a:r>
          </a:p>
        </p:txBody>
      </p:sp>
      <p:pic>
        <p:nvPicPr>
          <p:cNvPr id="18" name="Picture 17">
            <a:extLst>
              <a:ext uri="{FF2B5EF4-FFF2-40B4-BE49-F238E27FC236}">
                <a16:creationId xmlns:a16="http://schemas.microsoft.com/office/drawing/2014/main" id="{CCA75B03-DB3E-71E6-7C4E-19A386CA69AF}"/>
              </a:ext>
            </a:extLst>
          </p:cNvPr>
          <p:cNvPicPr>
            <a:picLocks noChangeAspect="1"/>
          </p:cNvPicPr>
          <p:nvPr/>
        </p:nvPicPr>
        <p:blipFill>
          <a:blip r:embed="rId2">
            <a:extLst>
              <a:ext uri="{28A0092B-C50C-407E-A947-70E740481C1C}">
                <a14:useLocalDpi xmlns:a14="http://schemas.microsoft.com/office/drawing/2010/main" val="0"/>
              </a:ext>
            </a:extLst>
          </a:blip>
          <a:srcRect l="15747" r="7513"/>
          <a:stretch>
            <a:fillRect/>
          </a:stretch>
        </p:blipFill>
        <p:spPr>
          <a:xfrm>
            <a:off x="6249971" y="1673012"/>
            <a:ext cx="5680876" cy="4935178"/>
          </a:xfrm>
          <a:prstGeom prst="rect">
            <a:avLst/>
          </a:prstGeom>
        </p:spPr>
      </p:pic>
      <p:pic>
        <p:nvPicPr>
          <p:cNvPr id="4" name="Picture 3">
            <a:extLst>
              <a:ext uri="{FF2B5EF4-FFF2-40B4-BE49-F238E27FC236}">
                <a16:creationId xmlns:a16="http://schemas.microsoft.com/office/drawing/2014/main" id="{19F6CB16-D3ED-542F-E655-D53934DCEA48}"/>
              </a:ext>
            </a:extLst>
          </p:cNvPr>
          <p:cNvPicPr>
            <a:picLocks noChangeAspect="1"/>
          </p:cNvPicPr>
          <p:nvPr/>
        </p:nvPicPr>
        <p:blipFill>
          <a:blip r:embed="rId3">
            <a:extLst>
              <a:ext uri="{28A0092B-C50C-407E-A947-70E740481C1C}">
                <a14:useLocalDpi xmlns:a14="http://schemas.microsoft.com/office/drawing/2010/main" val="0"/>
              </a:ext>
            </a:extLst>
          </a:blip>
          <a:srcRect t="4340" b="8788"/>
          <a:stretch>
            <a:fillRect/>
          </a:stretch>
        </p:blipFill>
        <p:spPr>
          <a:xfrm>
            <a:off x="6249971" y="1673013"/>
            <a:ext cx="5680876" cy="4935177"/>
          </a:xfrm>
          <a:prstGeom prst="rect">
            <a:avLst/>
          </a:prstGeom>
        </p:spPr>
      </p:pic>
      <p:pic>
        <p:nvPicPr>
          <p:cNvPr id="11" name="Picture 10">
            <a:extLst>
              <a:ext uri="{FF2B5EF4-FFF2-40B4-BE49-F238E27FC236}">
                <a16:creationId xmlns:a16="http://schemas.microsoft.com/office/drawing/2014/main" id="{97EA548D-DA8F-F979-B454-273B92EECC10}"/>
              </a:ext>
            </a:extLst>
          </p:cNvPr>
          <p:cNvPicPr>
            <a:picLocks noChangeAspect="1"/>
          </p:cNvPicPr>
          <p:nvPr/>
        </p:nvPicPr>
        <p:blipFill>
          <a:blip r:embed="rId4">
            <a:extLst>
              <a:ext uri="{28A0092B-C50C-407E-A947-70E740481C1C}">
                <a14:useLocalDpi xmlns:a14="http://schemas.microsoft.com/office/drawing/2010/main" val="0"/>
              </a:ext>
            </a:extLst>
          </a:blip>
          <a:srcRect t="3172" b="9955"/>
          <a:stretch>
            <a:fillRect/>
          </a:stretch>
        </p:blipFill>
        <p:spPr>
          <a:xfrm>
            <a:off x="6249971" y="1673011"/>
            <a:ext cx="5680876" cy="4935178"/>
          </a:xfrm>
          <a:prstGeom prst="rect">
            <a:avLst/>
          </a:prstGeom>
        </p:spPr>
      </p:pic>
      <p:pic>
        <p:nvPicPr>
          <p:cNvPr id="13" name="Picture 12">
            <a:extLst>
              <a:ext uri="{FF2B5EF4-FFF2-40B4-BE49-F238E27FC236}">
                <a16:creationId xmlns:a16="http://schemas.microsoft.com/office/drawing/2014/main" id="{FFA2558D-FFF5-0F59-0259-05A2F5CD85AD}"/>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rot="1003173">
            <a:off x="1668403" y="19383"/>
            <a:ext cx="8654089" cy="6524372"/>
          </a:xfrm>
          <a:prstGeom prst="rect">
            <a:avLst/>
          </a:prstGeom>
        </p:spPr>
      </p:pic>
    </p:spTree>
    <p:extLst>
      <p:ext uri="{BB962C8B-B14F-4D97-AF65-F5344CB8AC3E}">
        <p14:creationId xmlns:p14="http://schemas.microsoft.com/office/powerpoint/2010/main" val="3454555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
                                        <p:tgtEl>
                                          <p:spTgt spid="13"/>
                                        </p:tgtEl>
                                      </p:cBhvr>
                                    </p:animEffect>
                                    <p:anim calcmode="lin" valueType="num">
                                      <p:cBhvr>
                                        <p:cTn id="8" dur="100" fill="hold"/>
                                        <p:tgtEl>
                                          <p:spTgt spid="13"/>
                                        </p:tgtEl>
                                        <p:attrNameLst>
                                          <p:attrName>ppt_x</p:attrName>
                                        </p:attrNameLst>
                                      </p:cBhvr>
                                      <p:tavLst>
                                        <p:tav tm="0">
                                          <p:val>
                                            <p:strVal val="#ppt_x"/>
                                          </p:val>
                                        </p:tav>
                                        <p:tav tm="100000">
                                          <p:val>
                                            <p:strVal val="#ppt_x"/>
                                          </p:val>
                                        </p:tav>
                                      </p:tavLst>
                                    </p:anim>
                                    <p:anim calcmode="lin" valueType="num">
                                      <p:cBhvr>
                                        <p:cTn id="9" dur="1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34AC9-0CD0-02B4-82DD-4661D3A2BE9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B2233D1-CCA0-7DA0-999C-DEDF736EA7B9}"/>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7E820A05-DA47-1B12-9191-D8DE868BF65D}"/>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Thought Process</a:t>
            </a:r>
          </a:p>
        </p:txBody>
      </p:sp>
      <p:sp>
        <p:nvSpPr>
          <p:cNvPr id="3" name="Rectangle: Rounded Corners 2">
            <a:extLst>
              <a:ext uri="{FF2B5EF4-FFF2-40B4-BE49-F238E27FC236}">
                <a16:creationId xmlns:a16="http://schemas.microsoft.com/office/drawing/2014/main" id="{720D758D-AFAD-8192-653B-660893513422}"/>
              </a:ext>
            </a:extLst>
          </p:cNvPr>
          <p:cNvSpPr/>
          <p:nvPr/>
        </p:nvSpPr>
        <p:spPr>
          <a:xfrm>
            <a:off x="1818132" y="1914313"/>
            <a:ext cx="2386584" cy="2011680"/>
          </a:xfrm>
          <a:prstGeom prst="round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Todo List Tracker</a:t>
            </a:r>
          </a:p>
        </p:txBody>
      </p:sp>
      <p:sp>
        <p:nvSpPr>
          <p:cNvPr id="5" name="Rectangle: Rounded Corners 4">
            <a:extLst>
              <a:ext uri="{FF2B5EF4-FFF2-40B4-BE49-F238E27FC236}">
                <a16:creationId xmlns:a16="http://schemas.microsoft.com/office/drawing/2014/main" id="{CBB9FB62-C248-0B80-1E28-EAFE11908069}"/>
              </a:ext>
            </a:extLst>
          </p:cNvPr>
          <p:cNvSpPr/>
          <p:nvPr/>
        </p:nvSpPr>
        <p:spPr>
          <a:xfrm>
            <a:off x="4902708" y="1914313"/>
            <a:ext cx="2386584" cy="2011680"/>
          </a:xfrm>
          <a:prstGeom prst="round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Airline Flight Operations</a:t>
            </a:r>
          </a:p>
        </p:txBody>
      </p:sp>
      <p:sp>
        <p:nvSpPr>
          <p:cNvPr id="8" name="Rectangle: Rounded Corners 7">
            <a:extLst>
              <a:ext uri="{FF2B5EF4-FFF2-40B4-BE49-F238E27FC236}">
                <a16:creationId xmlns:a16="http://schemas.microsoft.com/office/drawing/2014/main" id="{2FA5A2A6-D873-0DDA-2F17-FE1F7446996D}"/>
              </a:ext>
            </a:extLst>
          </p:cNvPr>
          <p:cNvSpPr/>
          <p:nvPr/>
        </p:nvSpPr>
        <p:spPr>
          <a:xfrm>
            <a:off x="7987284" y="1914313"/>
            <a:ext cx="2386584" cy="2011680"/>
          </a:xfrm>
          <a:prstGeom prst="round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Airline Booking System</a:t>
            </a:r>
          </a:p>
        </p:txBody>
      </p:sp>
      <p:sp>
        <p:nvSpPr>
          <p:cNvPr id="10" name="Rectangle: Rounded Corners 9">
            <a:extLst>
              <a:ext uri="{FF2B5EF4-FFF2-40B4-BE49-F238E27FC236}">
                <a16:creationId xmlns:a16="http://schemas.microsoft.com/office/drawing/2014/main" id="{E8B2BCDC-D538-ABF1-E85B-76FD18401D40}"/>
              </a:ext>
            </a:extLst>
          </p:cNvPr>
          <p:cNvSpPr/>
          <p:nvPr/>
        </p:nvSpPr>
        <p:spPr>
          <a:xfrm>
            <a:off x="3371088" y="4294970"/>
            <a:ext cx="2386584" cy="2011680"/>
          </a:xfrm>
          <a:prstGeom prst="round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British Airways Booking System</a:t>
            </a:r>
          </a:p>
        </p:txBody>
      </p:sp>
      <p:sp>
        <p:nvSpPr>
          <p:cNvPr id="12" name="Rectangle: Rounded Corners 11">
            <a:extLst>
              <a:ext uri="{FF2B5EF4-FFF2-40B4-BE49-F238E27FC236}">
                <a16:creationId xmlns:a16="http://schemas.microsoft.com/office/drawing/2014/main" id="{30FF466C-EC93-A6EA-DC8F-A91EA799587C}"/>
              </a:ext>
            </a:extLst>
          </p:cNvPr>
          <p:cNvSpPr/>
          <p:nvPr/>
        </p:nvSpPr>
        <p:spPr>
          <a:xfrm>
            <a:off x="6434328" y="4294970"/>
            <a:ext cx="2386584" cy="2011680"/>
          </a:xfrm>
          <a:prstGeom prst="round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Fictional Airline Booking System</a:t>
            </a:r>
          </a:p>
        </p:txBody>
      </p:sp>
      <p:cxnSp>
        <p:nvCxnSpPr>
          <p:cNvPr id="20" name="Straight Arrow Connector 19">
            <a:extLst>
              <a:ext uri="{FF2B5EF4-FFF2-40B4-BE49-F238E27FC236}">
                <a16:creationId xmlns:a16="http://schemas.microsoft.com/office/drawing/2014/main" id="{929684C4-0725-3177-8F36-C0F3A821CDDF}"/>
              </a:ext>
            </a:extLst>
          </p:cNvPr>
          <p:cNvCxnSpPr>
            <a:stCxn id="3" idx="3"/>
            <a:endCxn id="5" idx="1"/>
          </p:cNvCxnSpPr>
          <p:nvPr/>
        </p:nvCxnSpPr>
        <p:spPr>
          <a:xfrm>
            <a:off x="4204716" y="2920153"/>
            <a:ext cx="697992" cy="0"/>
          </a:xfrm>
          <a:prstGeom prst="straightConnector1">
            <a:avLst/>
          </a:prstGeom>
          <a:ln>
            <a:solidFill>
              <a:srgbClr val="F2F0EF"/>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90162B5-A701-EC61-9A50-256078BD6D38}"/>
              </a:ext>
            </a:extLst>
          </p:cNvPr>
          <p:cNvCxnSpPr>
            <a:stCxn id="5" idx="3"/>
            <a:endCxn id="8" idx="1"/>
          </p:cNvCxnSpPr>
          <p:nvPr/>
        </p:nvCxnSpPr>
        <p:spPr>
          <a:xfrm>
            <a:off x="7289292" y="2920153"/>
            <a:ext cx="697992" cy="0"/>
          </a:xfrm>
          <a:prstGeom prst="straightConnector1">
            <a:avLst/>
          </a:prstGeom>
          <a:ln>
            <a:solidFill>
              <a:srgbClr val="F2F0EF"/>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Elbow 23">
            <a:extLst>
              <a:ext uri="{FF2B5EF4-FFF2-40B4-BE49-F238E27FC236}">
                <a16:creationId xmlns:a16="http://schemas.microsoft.com/office/drawing/2014/main" id="{08AC8FD2-E02C-4F01-3882-3009C007E5BB}"/>
              </a:ext>
            </a:extLst>
          </p:cNvPr>
          <p:cNvCxnSpPr>
            <a:stCxn id="8" idx="2"/>
            <a:endCxn id="10" idx="1"/>
          </p:cNvCxnSpPr>
          <p:nvPr/>
        </p:nvCxnSpPr>
        <p:spPr>
          <a:xfrm rot="5400000">
            <a:off x="5588424" y="1708657"/>
            <a:ext cx="1374817" cy="5809488"/>
          </a:xfrm>
          <a:prstGeom prst="bentConnector4">
            <a:avLst>
              <a:gd name="adj1" fmla="val 13419"/>
              <a:gd name="adj2" fmla="val 103935"/>
            </a:avLst>
          </a:prstGeom>
          <a:ln>
            <a:solidFill>
              <a:srgbClr val="F2F0EF"/>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F48FB6E-5F5B-CEAD-6BA3-533CD09F0E78}"/>
              </a:ext>
            </a:extLst>
          </p:cNvPr>
          <p:cNvCxnSpPr>
            <a:stCxn id="10" idx="3"/>
            <a:endCxn id="12" idx="1"/>
          </p:cNvCxnSpPr>
          <p:nvPr/>
        </p:nvCxnSpPr>
        <p:spPr>
          <a:xfrm>
            <a:off x="5757672" y="5300810"/>
            <a:ext cx="676656" cy="0"/>
          </a:xfrm>
          <a:prstGeom prst="straightConnector1">
            <a:avLst/>
          </a:prstGeom>
          <a:ln>
            <a:solidFill>
              <a:srgbClr val="F2F0EF"/>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1213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AB7BF-82FD-FB94-43FB-1B1DE59808C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BE16266-18E5-C79F-1A43-DBEEB094D45D}"/>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89C88891-8AD1-5F8D-CA68-B8E041A70842}"/>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Meet The Client</a:t>
            </a:r>
          </a:p>
        </p:txBody>
      </p:sp>
      <p:pic>
        <p:nvPicPr>
          <p:cNvPr id="7" name="Picture 6">
            <a:extLst>
              <a:ext uri="{FF2B5EF4-FFF2-40B4-BE49-F238E27FC236}">
                <a16:creationId xmlns:a16="http://schemas.microsoft.com/office/drawing/2014/main" id="{1AAFCE39-6462-AD10-C247-DE81A71E0432}"/>
              </a:ext>
            </a:extLst>
          </p:cNvPr>
          <p:cNvPicPr>
            <a:picLocks noChangeAspect="1"/>
          </p:cNvPicPr>
          <p:nvPr/>
        </p:nvPicPr>
        <p:blipFill>
          <a:blip r:embed="rId2">
            <a:extLst>
              <a:ext uri="{28A0092B-C50C-407E-A947-70E740481C1C}">
                <a14:useLocalDpi xmlns:a14="http://schemas.microsoft.com/office/drawing/2010/main" val="0"/>
              </a:ext>
            </a:extLst>
          </a:blip>
          <a:srcRect l="15329" r="25633" b="33177"/>
          <a:stretch>
            <a:fillRect/>
          </a:stretch>
        </p:blipFill>
        <p:spPr>
          <a:xfrm>
            <a:off x="3965448" y="2234055"/>
            <a:ext cx="4261104" cy="2494407"/>
          </a:xfrm>
          <a:prstGeom prst="rect">
            <a:avLst/>
          </a:prstGeom>
        </p:spPr>
      </p:pic>
      <p:sp>
        <p:nvSpPr>
          <p:cNvPr id="11" name="TextBox 10">
            <a:extLst>
              <a:ext uri="{FF2B5EF4-FFF2-40B4-BE49-F238E27FC236}">
                <a16:creationId xmlns:a16="http://schemas.microsoft.com/office/drawing/2014/main" id="{BE6232D3-EB60-5262-1745-AA57A6396E00}"/>
              </a:ext>
            </a:extLst>
          </p:cNvPr>
          <p:cNvSpPr txBox="1"/>
          <p:nvPr/>
        </p:nvSpPr>
        <p:spPr>
          <a:xfrm>
            <a:off x="1578864" y="4606202"/>
            <a:ext cx="9034272" cy="1015663"/>
          </a:xfrm>
          <a:prstGeom prst="rect">
            <a:avLst/>
          </a:prstGeom>
          <a:noFill/>
        </p:spPr>
        <p:txBody>
          <a:bodyPr wrap="square" rtlCol="0">
            <a:spAutoFit/>
          </a:bodyPr>
          <a:lstStyle/>
          <a:p>
            <a:pPr algn="ctr"/>
            <a:r>
              <a:rPr lang="en-GB" sz="6000" dirty="0">
                <a:solidFill>
                  <a:srgbClr val="F2F0EF"/>
                </a:solidFill>
                <a:latin typeface="Tw Cen MT" panose="020B0602020104020603" pitchFamily="34" charset="0"/>
              </a:rPr>
              <a:t>Infinity Airways</a:t>
            </a:r>
          </a:p>
        </p:txBody>
      </p:sp>
    </p:spTree>
    <p:extLst>
      <p:ext uri="{BB962C8B-B14F-4D97-AF65-F5344CB8AC3E}">
        <p14:creationId xmlns:p14="http://schemas.microsoft.com/office/powerpoint/2010/main" val="1127762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61AB1-195F-48CA-4DFB-DBA3FB0829F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164EC5A-C6DA-DDC0-E6F6-0E67B78B0C49}"/>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4CE59DEA-5267-E984-AA8F-F654D0894315}"/>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Infinity Airways</a:t>
            </a:r>
          </a:p>
        </p:txBody>
      </p:sp>
      <p:pic>
        <p:nvPicPr>
          <p:cNvPr id="7" name="Picture 6">
            <a:extLst>
              <a:ext uri="{FF2B5EF4-FFF2-40B4-BE49-F238E27FC236}">
                <a16:creationId xmlns:a16="http://schemas.microsoft.com/office/drawing/2014/main" id="{B96E8331-B3DB-CA2C-8489-F35BE4C38862}"/>
              </a:ext>
            </a:extLst>
          </p:cNvPr>
          <p:cNvPicPr>
            <a:picLocks noChangeAspect="1"/>
          </p:cNvPicPr>
          <p:nvPr/>
        </p:nvPicPr>
        <p:blipFill>
          <a:blip r:embed="rId2">
            <a:extLst>
              <a:ext uri="{28A0092B-C50C-407E-A947-70E740481C1C}">
                <a14:useLocalDpi xmlns:a14="http://schemas.microsoft.com/office/drawing/2010/main" val="0"/>
              </a:ext>
            </a:extLst>
          </a:blip>
          <a:srcRect l="15329" r="25633" b="33177"/>
          <a:stretch>
            <a:fillRect/>
          </a:stretch>
        </p:blipFill>
        <p:spPr>
          <a:xfrm>
            <a:off x="10004379" y="96011"/>
            <a:ext cx="1968165" cy="1152144"/>
          </a:xfrm>
          <a:prstGeom prst="rect">
            <a:avLst/>
          </a:prstGeom>
        </p:spPr>
      </p:pic>
      <p:sp>
        <p:nvSpPr>
          <p:cNvPr id="4" name="TextBox 3">
            <a:extLst>
              <a:ext uri="{FF2B5EF4-FFF2-40B4-BE49-F238E27FC236}">
                <a16:creationId xmlns:a16="http://schemas.microsoft.com/office/drawing/2014/main" id="{8F0ECE42-77FF-5655-F37A-43490A8D47B6}"/>
              </a:ext>
            </a:extLst>
          </p:cNvPr>
          <p:cNvSpPr txBox="1"/>
          <p:nvPr/>
        </p:nvSpPr>
        <p:spPr>
          <a:xfrm>
            <a:off x="146304" y="2221652"/>
            <a:ext cx="5562506" cy="3554819"/>
          </a:xfrm>
          <a:prstGeom prst="rect">
            <a:avLst/>
          </a:prstGeom>
          <a:noFill/>
        </p:spPr>
        <p:txBody>
          <a:bodyPr wrap="square" rtlCol="0">
            <a:spAutoFit/>
          </a:bodyPr>
          <a:lstStyle/>
          <a:p>
            <a:pPr marL="285750" indent="-285750">
              <a:buFont typeface="Arial" panose="020B0604020202020204" pitchFamily="34" charset="0"/>
              <a:buChar char="•"/>
            </a:pPr>
            <a:r>
              <a:rPr lang="en-GB" sz="2500" dirty="0">
                <a:solidFill>
                  <a:srgbClr val="F2F0EF"/>
                </a:solidFill>
              </a:rPr>
              <a:t>New airline,</a:t>
            </a:r>
          </a:p>
          <a:p>
            <a:pPr marL="742950" lvl="1" indent="-285750">
              <a:buFont typeface="Arial" panose="020B0604020202020204" pitchFamily="34" charset="0"/>
              <a:buChar char="•"/>
            </a:pPr>
            <a:r>
              <a:rPr lang="en-GB" sz="2500" dirty="0">
                <a:solidFill>
                  <a:srgbClr val="F2F0EF"/>
                </a:solidFill>
              </a:rPr>
              <a:t>No existing system,</a:t>
            </a:r>
          </a:p>
          <a:p>
            <a:pPr marL="285750" indent="-285750">
              <a:buFont typeface="Arial" panose="020B0604020202020204" pitchFamily="34" charset="0"/>
              <a:buChar char="•"/>
            </a:pPr>
            <a:r>
              <a:rPr lang="en-GB" sz="2500" dirty="0">
                <a:solidFill>
                  <a:srgbClr val="F2F0EF"/>
                </a:solidFill>
              </a:rPr>
              <a:t>Targets the middle ground between private / chartered aircraft and high-end airlines,</a:t>
            </a:r>
          </a:p>
          <a:p>
            <a:pPr marL="285750" indent="-285750">
              <a:buFont typeface="Arial" panose="020B0604020202020204" pitchFamily="34" charset="0"/>
              <a:buChar char="•"/>
            </a:pPr>
            <a:r>
              <a:rPr lang="en-GB" sz="2500" dirty="0">
                <a:solidFill>
                  <a:srgbClr val="F2F0EF"/>
                </a:solidFill>
              </a:rPr>
              <a:t>Differentiates self through incredible attention to detail,</a:t>
            </a:r>
          </a:p>
          <a:p>
            <a:pPr marL="285750" indent="-285750">
              <a:buFont typeface="Arial" panose="020B0604020202020204" pitchFamily="34" charset="0"/>
              <a:buChar char="•"/>
            </a:pPr>
            <a:r>
              <a:rPr lang="en-GB" sz="2500" dirty="0">
                <a:solidFill>
                  <a:srgbClr val="F2F0EF"/>
                </a:solidFill>
              </a:rPr>
              <a:t>Luxury takes back seat as focus is drawn to destinations,</a:t>
            </a:r>
          </a:p>
        </p:txBody>
      </p:sp>
      <p:pic>
        <p:nvPicPr>
          <p:cNvPr id="8" name="Picture 7">
            <a:extLst>
              <a:ext uri="{FF2B5EF4-FFF2-40B4-BE49-F238E27FC236}">
                <a16:creationId xmlns:a16="http://schemas.microsoft.com/office/drawing/2014/main" id="{1E192D24-C725-B145-3A26-FA7A55A72D29}"/>
              </a:ext>
            </a:extLst>
          </p:cNvPr>
          <p:cNvPicPr>
            <a:picLocks noChangeAspect="1"/>
          </p:cNvPicPr>
          <p:nvPr/>
        </p:nvPicPr>
        <p:blipFill>
          <a:blip r:embed="rId3">
            <a:extLst>
              <a:ext uri="{28A0092B-C50C-407E-A947-70E740481C1C}">
                <a14:useLocalDpi xmlns:a14="http://schemas.microsoft.com/office/drawing/2010/main" val="0"/>
              </a:ext>
            </a:extLst>
          </a:blip>
          <a:srcRect t="3172" b="9955"/>
          <a:stretch>
            <a:fillRect/>
          </a:stretch>
        </p:blipFill>
        <p:spPr>
          <a:xfrm>
            <a:off x="6249971" y="1673011"/>
            <a:ext cx="5680876" cy="4935178"/>
          </a:xfrm>
          <a:prstGeom prst="rect">
            <a:avLst/>
          </a:prstGeom>
        </p:spPr>
      </p:pic>
      <p:pic>
        <p:nvPicPr>
          <p:cNvPr id="10" name="Picture 9">
            <a:extLst>
              <a:ext uri="{FF2B5EF4-FFF2-40B4-BE49-F238E27FC236}">
                <a16:creationId xmlns:a16="http://schemas.microsoft.com/office/drawing/2014/main" id="{3B48646B-E9AC-C2AF-C28E-88A8E40C4AC8}"/>
              </a:ext>
            </a:extLst>
          </p:cNvPr>
          <p:cNvPicPr>
            <a:picLocks noChangeAspect="1"/>
          </p:cNvPicPr>
          <p:nvPr/>
        </p:nvPicPr>
        <p:blipFill>
          <a:blip r:embed="rId4">
            <a:extLst>
              <a:ext uri="{28A0092B-C50C-407E-A947-70E740481C1C}">
                <a14:useLocalDpi xmlns:a14="http://schemas.microsoft.com/office/drawing/2010/main" val="0"/>
              </a:ext>
            </a:extLst>
          </a:blip>
          <a:srcRect l="21749" r="19874" b="10054"/>
          <a:stretch>
            <a:fillRect/>
          </a:stretch>
        </p:blipFill>
        <p:spPr>
          <a:xfrm>
            <a:off x="6249970" y="1673010"/>
            <a:ext cx="5694125" cy="4935177"/>
          </a:xfrm>
          <a:prstGeom prst="rect">
            <a:avLst/>
          </a:prstGeom>
        </p:spPr>
      </p:pic>
      <p:pic>
        <p:nvPicPr>
          <p:cNvPr id="13" name="Picture 12">
            <a:extLst>
              <a:ext uri="{FF2B5EF4-FFF2-40B4-BE49-F238E27FC236}">
                <a16:creationId xmlns:a16="http://schemas.microsoft.com/office/drawing/2014/main" id="{719EC041-3217-EBE2-5A1C-B52C33FE8D2B}"/>
              </a:ext>
            </a:extLst>
          </p:cNvPr>
          <p:cNvPicPr>
            <a:picLocks noChangeAspect="1"/>
          </p:cNvPicPr>
          <p:nvPr/>
        </p:nvPicPr>
        <p:blipFill>
          <a:blip r:embed="rId5">
            <a:extLst>
              <a:ext uri="{28A0092B-C50C-407E-A947-70E740481C1C}">
                <a14:useLocalDpi xmlns:a14="http://schemas.microsoft.com/office/drawing/2010/main" val="0"/>
              </a:ext>
            </a:extLst>
          </a:blip>
          <a:srcRect l="16598" r="18177"/>
          <a:stretch>
            <a:fillRect/>
          </a:stretch>
        </p:blipFill>
        <p:spPr>
          <a:xfrm>
            <a:off x="6249970" y="1673007"/>
            <a:ext cx="5722574" cy="4935177"/>
          </a:xfrm>
          <a:prstGeom prst="rect">
            <a:avLst/>
          </a:prstGeom>
        </p:spPr>
      </p:pic>
      <p:sp>
        <p:nvSpPr>
          <p:cNvPr id="15" name="TextBox 14">
            <a:extLst>
              <a:ext uri="{FF2B5EF4-FFF2-40B4-BE49-F238E27FC236}">
                <a16:creationId xmlns:a16="http://schemas.microsoft.com/office/drawing/2014/main" id="{A567143B-D678-FEF3-D806-71DCE8D88581}"/>
              </a:ext>
            </a:extLst>
          </p:cNvPr>
          <p:cNvSpPr txBox="1"/>
          <p:nvPr/>
        </p:nvSpPr>
        <p:spPr>
          <a:xfrm>
            <a:off x="178418" y="1426463"/>
            <a:ext cx="11835164" cy="784830"/>
          </a:xfrm>
          <a:prstGeom prst="rect">
            <a:avLst/>
          </a:prstGeom>
          <a:noFill/>
        </p:spPr>
        <p:txBody>
          <a:bodyPr wrap="square" rtlCol="0">
            <a:spAutoFit/>
          </a:bodyPr>
          <a:lstStyle/>
          <a:p>
            <a:r>
              <a:rPr lang="en-GB" sz="4500" dirty="0">
                <a:solidFill>
                  <a:srgbClr val="A68521"/>
                </a:solidFill>
                <a:latin typeface="Tw Cen MT" panose="020B0602020104020603" pitchFamily="34" charset="0"/>
              </a:rPr>
              <a:t>Overview</a:t>
            </a:r>
          </a:p>
        </p:txBody>
      </p:sp>
    </p:spTree>
    <p:extLst>
      <p:ext uri="{BB962C8B-B14F-4D97-AF65-F5344CB8AC3E}">
        <p14:creationId xmlns:p14="http://schemas.microsoft.com/office/powerpoint/2010/main" val="2743234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D94C9-20B0-27CD-9CB5-2556B229FC8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82D6B15-9125-C3A5-80B9-FE6A40DA7847}"/>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F6F84E7B-A1FE-8B0C-FDCF-AB8F8FEFB8D8}"/>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Infinity Airways</a:t>
            </a:r>
          </a:p>
        </p:txBody>
      </p:sp>
      <p:pic>
        <p:nvPicPr>
          <p:cNvPr id="7" name="Picture 6">
            <a:extLst>
              <a:ext uri="{FF2B5EF4-FFF2-40B4-BE49-F238E27FC236}">
                <a16:creationId xmlns:a16="http://schemas.microsoft.com/office/drawing/2014/main" id="{0440D309-7906-57E8-31E1-0CBA83AD9481}"/>
              </a:ext>
            </a:extLst>
          </p:cNvPr>
          <p:cNvPicPr>
            <a:picLocks noChangeAspect="1"/>
          </p:cNvPicPr>
          <p:nvPr/>
        </p:nvPicPr>
        <p:blipFill>
          <a:blip r:embed="rId2">
            <a:extLst>
              <a:ext uri="{28A0092B-C50C-407E-A947-70E740481C1C}">
                <a14:useLocalDpi xmlns:a14="http://schemas.microsoft.com/office/drawing/2010/main" val="0"/>
              </a:ext>
            </a:extLst>
          </a:blip>
          <a:srcRect l="15329" r="25633" b="33177"/>
          <a:stretch>
            <a:fillRect/>
          </a:stretch>
        </p:blipFill>
        <p:spPr>
          <a:xfrm>
            <a:off x="10004379" y="96011"/>
            <a:ext cx="1968165" cy="1152144"/>
          </a:xfrm>
          <a:prstGeom prst="rect">
            <a:avLst/>
          </a:prstGeom>
        </p:spPr>
      </p:pic>
      <p:sp>
        <p:nvSpPr>
          <p:cNvPr id="4" name="TextBox 3">
            <a:extLst>
              <a:ext uri="{FF2B5EF4-FFF2-40B4-BE49-F238E27FC236}">
                <a16:creationId xmlns:a16="http://schemas.microsoft.com/office/drawing/2014/main" id="{E39C193B-72DD-AC2E-2125-44BF326653A2}"/>
              </a:ext>
            </a:extLst>
          </p:cNvPr>
          <p:cNvSpPr txBox="1"/>
          <p:nvPr/>
        </p:nvSpPr>
        <p:spPr>
          <a:xfrm>
            <a:off x="146304" y="2221652"/>
            <a:ext cx="5562506" cy="2400657"/>
          </a:xfrm>
          <a:prstGeom prst="rect">
            <a:avLst/>
          </a:prstGeom>
          <a:noFill/>
        </p:spPr>
        <p:txBody>
          <a:bodyPr wrap="square" rtlCol="0">
            <a:spAutoFit/>
          </a:bodyPr>
          <a:lstStyle/>
          <a:p>
            <a:r>
              <a:rPr lang="en-GB" sz="2500" dirty="0">
                <a:solidFill>
                  <a:srgbClr val="F2F0EF"/>
                </a:solidFill>
              </a:rPr>
              <a:t>Infinity Airways needs a booking system to allow passengers to book on to flights for specific dates. To do this, flight operations managers will have to be able to add the routes and schedules.</a:t>
            </a:r>
          </a:p>
        </p:txBody>
      </p:sp>
      <p:pic>
        <p:nvPicPr>
          <p:cNvPr id="8" name="Picture 7">
            <a:extLst>
              <a:ext uri="{FF2B5EF4-FFF2-40B4-BE49-F238E27FC236}">
                <a16:creationId xmlns:a16="http://schemas.microsoft.com/office/drawing/2014/main" id="{BD15FA1F-666D-7B51-CE9B-992290F1F98C}"/>
              </a:ext>
            </a:extLst>
          </p:cNvPr>
          <p:cNvPicPr>
            <a:picLocks noChangeAspect="1"/>
          </p:cNvPicPr>
          <p:nvPr/>
        </p:nvPicPr>
        <p:blipFill>
          <a:blip r:embed="rId3">
            <a:extLst>
              <a:ext uri="{28A0092B-C50C-407E-A947-70E740481C1C}">
                <a14:useLocalDpi xmlns:a14="http://schemas.microsoft.com/office/drawing/2010/main" val="0"/>
              </a:ext>
            </a:extLst>
          </a:blip>
          <a:srcRect t="3172" b="9955"/>
          <a:stretch>
            <a:fillRect/>
          </a:stretch>
        </p:blipFill>
        <p:spPr>
          <a:xfrm>
            <a:off x="6249971" y="1673011"/>
            <a:ext cx="5680876" cy="4935178"/>
          </a:xfrm>
          <a:prstGeom prst="rect">
            <a:avLst/>
          </a:prstGeom>
        </p:spPr>
      </p:pic>
      <p:pic>
        <p:nvPicPr>
          <p:cNvPr id="10" name="Picture 9">
            <a:extLst>
              <a:ext uri="{FF2B5EF4-FFF2-40B4-BE49-F238E27FC236}">
                <a16:creationId xmlns:a16="http://schemas.microsoft.com/office/drawing/2014/main" id="{D9A651E9-8C02-5BE8-2607-960B691F6B90}"/>
              </a:ext>
            </a:extLst>
          </p:cNvPr>
          <p:cNvPicPr>
            <a:picLocks noChangeAspect="1"/>
          </p:cNvPicPr>
          <p:nvPr/>
        </p:nvPicPr>
        <p:blipFill>
          <a:blip r:embed="rId4">
            <a:extLst>
              <a:ext uri="{28A0092B-C50C-407E-A947-70E740481C1C}">
                <a14:useLocalDpi xmlns:a14="http://schemas.microsoft.com/office/drawing/2010/main" val="0"/>
              </a:ext>
            </a:extLst>
          </a:blip>
          <a:srcRect l="21749" r="19874" b="10054"/>
          <a:stretch>
            <a:fillRect/>
          </a:stretch>
        </p:blipFill>
        <p:spPr>
          <a:xfrm>
            <a:off x="6249970" y="1673010"/>
            <a:ext cx="5694125" cy="4935177"/>
          </a:xfrm>
          <a:prstGeom prst="rect">
            <a:avLst/>
          </a:prstGeom>
        </p:spPr>
      </p:pic>
      <p:pic>
        <p:nvPicPr>
          <p:cNvPr id="13" name="Picture 12">
            <a:extLst>
              <a:ext uri="{FF2B5EF4-FFF2-40B4-BE49-F238E27FC236}">
                <a16:creationId xmlns:a16="http://schemas.microsoft.com/office/drawing/2014/main" id="{50843108-E67A-3BC2-84F3-C9F65778CD97}"/>
              </a:ext>
            </a:extLst>
          </p:cNvPr>
          <p:cNvPicPr>
            <a:picLocks noChangeAspect="1"/>
          </p:cNvPicPr>
          <p:nvPr/>
        </p:nvPicPr>
        <p:blipFill>
          <a:blip r:embed="rId5">
            <a:extLst>
              <a:ext uri="{28A0092B-C50C-407E-A947-70E740481C1C}">
                <a14:useLocalDpi xmlns:a14="http://schemas.microsoft.com/office/drawing/2010/main" val="0"/>
              </a:ext>
            </a:extLst>
          </a:blip>
          <a:srcRect l="27814" r="11230" b="6544"/>
          <a:stretch>
            <a:fillRect/>
          </a:stretch>
        </p:blipFill>
        <p:spPr>
          <a:xfrm>
            <a:off x="6249970" y="1673007"/>
            <a:ext cx="5722574" cy="4935177"/>
          </a:xfrm>
          <a:prstGeom prst="rect">
            <a:avLst/>
          </a:prstGeom>
        </p:spPr>
      </p:pic>
      <p:sp>
        <p:nvSpPr>
          <p:cNvPr id="15" name="TextBox 14">
            <a:extLst>
              <a:ext uri="{FF2B5EF4-FFF2-40B4-BE49-F238E27FC236}">
                <a16:creationId xmlns:a16="http://schemas.microsoft.com/office/drawing/2014/main" id="{B2018CBE-6F64-53E2-FF5B-23740F2E2D55}"/>
              </a:ext>
            </a:extLst>
          </p:cNvPr>
          <p:cNvSpPr txBox="1"/>
          <p:nvPr/>
        </p:nvSpPr>
        <p:spPr>
          <a:xfrm>
            <a:off x="178418" y="1426463"/>
            <a:ext cx="11835164" cy="784830"/>
          </a:xfrm>
          <a:prstGeom prst="rect">
            <a:avLst/>
          </a:prstGeom>
          <a:noFill/>
        </p:spPr>
        <p:txBody>
          <a:bodyPr wrap="square" rtlCol="0">
            <a:spAutoFit/>
          </a:bodyPr>
          <a:lstStyle/>
          <a:p>
            <a:r>
              <a:rPr lang="en-GB" sz="4500" dirty="0">
                <a:solidFill>
                  <a:srgbClr val="A68521"/>
                </a:solidFill>
                <a:latin typeface="Tw Cen MT" panose="020B0602020104020603" pitchFamily="34" charset="0"/>
              </a:rPr>
              <a:t>The Problem</a:t>
            </a:r>
          </a:p>
        </p:txBody>
      </p:sp>
    </p:spTree>
    <p:extLst>
      <p:ext uri="{BB962C8B-B14F-4D97-AF65-F5344CB8AC3E}">
        <p14:creationId xmlns:p14="http://schemas.microsoft.com/office/powerpoint/2010/main" val="2207326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49895-9BF6-12BA-ADF6-0CFBBE4B7D2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1CD7A7E-CE97-3A0F-771F-D8128684543E}"/>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D2EF2BC0-96C3-ABE5-07E3-9AA1922335C5}"/>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Infinity Airways</a:t>
            </a:r>
          </a:p>
        </p:txBody>
      </p:sp>
      <p:pic>
        <p:nvPicPr>
          <p:cNvPr id="7" name="Picture 6">
            <a:extLst>
              <a:ext uri="{FF2B5EF4-FFF2-40B4-BE49-F238E27FC236}">
                <a16:creationId xmlns:a16="http://schemas.microsoft.com/office/drawing/2014/main" id="{F0E2258D-C7F8-5B4C-9DCC-9860D71D0A76}"/>
              </a:ext>
            </a:extLst>
          </p:cNvPr>
          <p:cNvPicPr>
            <a:picLocks noChangeAspect="1"/>
          </p:cNvPicPr>
          <p:nvPr/>
        </p:nvPicPr>
        <p:blipFill>
          <a:blip r:embed="rId2">
            <a:extLst>
              <a:ext uri="{28A0092B-C50C-407E-A947-70E740481C1C}">
                <a14:useLocalDpi xmlns:a14="http://schemas.microsoft.com/office/drawing/2010/main" val="0"/>
              </a:ext>
            </a:extLst>
          </a:blip>
          <a:srcRect l="15329" r="25633" b="33177"/>
          <a:stretch>
            <a:fillRect/>
          </a:stretch>
        </p:blipFill>
        <p:spPr>
          <a:xfrm>
            <a:off x="10004379" y="96011"/>
            <a:ext cx="1968165" cy="1152144"/>
          </a:xfrm>
          <a:prstGeom prst="rect">
            <a:avLst/>
          </a:prstGeom>
        </p:spPr>
      </p:pic>
      <p:sp>
        <p:nvSpPr>
          <p:cNvPr id="4" name="TextBox 3">
            <a:extLst>
              <a:ext uri="{FF2B5EF4-FFF2-40B4-BE49-F238E27FC236}">
                <a16:creationId xmlns:a16="http://schemas.microsoft.com/office/drawing/2014/main" id="{5DA8CBB5-AA22-ECB5-F4E0-F7EF0A12AC2C}"/>
              </a:ext>
            </a:extLst>
          </p:cNvPr>
          <p:cNvSpPr txBox="1"/>
          <p:nvPr/>
        </p:nvSpPr>
        <p:spPr>
          <a:xfrm>
            <a:off x="146304" y="2221652"/>
            <a:ext cx="5562506" cy="2400657"/>
          </a:xfrm>
          <a:prstGeom prst="rect">
            <a:avLst/>
          </a:prstGeom>
          <a:noFill/>
        </p:spPr>
        <p:txBody>
          <a:bodyPr wrap="square" rtlCol="0">
            <a:spAutoFit/>
          </a:bodyPr>
          <a:lstStyle/>
          <a:p>
            <a:pPr marL="342900" indent="-342900">
              <a:buFont typeface="Arial" panose="020B0604020202020204" pitchFamily="34" charset="0"/>
              <a:buChar char="•"/>
            </a:pPr>
            <a:r>
              <a:rPr lang="en-GB" sz="2500" dirty="0">
                <a:solidFill>
                  <a:srgbClr val="F2F0EF"/>
                </a:solidFill>
              </a:rPr>
              <a:t>Passengers,</a:t>
            </a:r>
          </a:p>
          <a:p>
            <a:pPr marL="342900" indent="-342900">
              <a:buFont typeface="Arial" panose="020B0604020202020204" pitchFamily="34" charset="0"/>
              <a:buChar char="•"/>
            </a:pPr>
            <a:r>
              <a:rPr lang="en-GB" sz="2500" dirty="0">
                <a:solidFill>
                  <a:srgbClr val="F2F0EF"/>
                </a:solidFill>
              </a:rPr>
              <a:t>Flight operations managers,</a:t>
            </a:r>
          </a:p>
          <a:p>
            <a:pPr marL="342900" indent="-342900">
              <a:buFont typeface="Arial" panose="020B0604020202020204" pitchFamily="34" charset="0"/>
              <a:buChar char="•"/>
            </a:pPr>
            <a:r>
              <a:rPr lang="en-GB" sz="2500" dirty="0">
                <a:solidFill>
                  <a:srgbClr val="F2F0EF"/>
                </a:solidFill>
              </a:rPr>
              <a:t>Admin,</a:t>
            </a:r>
          </a:p>
          <a:p>
            <a:pPr marL="342900" indent="-342900">
              <a:buFont typeface="Arial" panose="020B0604020202020204" pitchFamily="34" charset="0"/>
              <a:buChar char="•"/>
            </a:pPr>
            <a:r>
              <a:rPr lang="en-GB" sz="2500" dirty="0">
                <a:solidFill>
                  <a:srgbClr val="F2F0EF"/>
                </a:solidFill>
              </a:rPr>
              <a:t>Check-in agents,</a:t>
            </a:r>
          </a:p>
          <a:p>
            <a:pPr marL="342900" indent="-342900">
              <a:buFont typeface="Arial" panose="020B0604020202020204" pitchFamily="34" charset="0"/>
              <a:buChar char="•"/>
            </a:pPr>
            <a:r>
              <a:rPr lang="en-GB" sz="2500" dirty="0">
                <a:solidFill>
                  <a:srgbClr val="F2F0EF"/>
                </a:solidFill>
              </a:rPr>
              <a:t>Gate agents,</a:t>
            </a:r>
          </a:p>
          <a:p>
            <a:pPr marL="342900" indent="-342900">
              <a:buFont typeface="Arial" panose="020B0604020202020204" pitchFamily="34" charset="0"/>
              <a:buChar char="•"/>
            </a:pPr>
            <a:r>
              <a:rPr lang="en-GB" sz="2500" dirty="0">
                <a:solidFill>
                  <a:srgbClr val="F2F0EF"/>
                </a:solidFill>
              </a:rPr>
              <a:t>Customer support representatives,</a:t>
            </a:r>
          </a:p>
        </p:txBody>
      </p:sp>
      <p:pic>
        <p:nvPicPr>
          <p:cNvPr id="8" name="Picture 7">
            <a:extLst>
              <a:ext uri="{FF2B5EF4-FFF2-40B4-BE49-F238E27FC236}">
                <a16:creationId xmlns:a16="http://schemas.microsoft.com/office/drawing/2014/main" id="{AA4A06BA-6079-06BE-C53C-F87C750AF5F7}"/>
              </a:ext>
            </a:extLst>
          </p:cNvPr>
          <p:cNvPicPr>
            <a:picLocks noChangeAspect="1"/>
          </p:cNvPicPr>
          <p:nvPr/>
        </p:nvPicPr>
        <p:blipFill>
          <a:blip r:embed="rId3">
            <a:extLst>
              <a:ext uri="{28A0092B-C50C-407E-A947-70E740481C1C}">
                <a14:useLocalDpi xmlns:a14="http://schemas.microsoft.com/office/drawing/2010/main" val="0"/>
              </a:ext>
            </a:extLst>
          </a:blip>
          <a:srcRect t="3172" b="9955"/>
          <a:stretch>
            <a:fillRect/>
          </a:stretch>
        </p:blipFill>
        <p:spPr>
          <a:xfrm>
            <a:off x="6249971" y="1673011"/>
            <a:ext cx="5680876" cy="4935178"/>
          </a:xfrm>
          <a:prstGeom prst="rect">
            <a:avLst/>
          </a:prstGeom>
        </p:spPr>
      </p:pic>
      <p:pic>
        <p:nvPicPr>
          <p:cNvPr id="10" name="Picture 9">
            <a:extLst>
              <a:ext uri="{FF2B5EF4-FFF2-40B4-BE49-F238E27FC236}">
                <a16:creationId xmlns:a16="http://schemas.microsoft.com/office/drawing/2014/main" id="{46A90B9C-2E8B-680E-CAA7-59735F7D4FAC}"/>
              </a:ext>
            </a:extLst>
          </p:cNvPr>
          <p:cNvPicPr>
            <a:picLocks noChangeAspect="1"/>
          </p:cNvPicPr>
          <p:nvPr/>
        </p:nvPicPr>
        <p:blipFill>
          <a:blip r:embed="rId4">
            <a:extLst>
              <a:ext uri="{28A0092B-C50C-407E-A947-70E740481C1C}">
                <a14:useLocalDpi xmlns:a14="http://schemas.microsoft.com/office/drawing/2010/main" val="0"/>
              </a:ext>
            </a:extLst>
          </a:blip>
          <a:srcRect l="21749" r="19874" b="10054"/>
          <a:stretch>
            <a:fillRect/>
          </a:stretch>
        </p:blipFill>
        <p:spPr>
          <a:xfrm>
            <a:off x="6249970" y="1673010"/>
            <a:ext cx="5694125" cy="4935177"/>
          </a:xfrm>
          <a:prstGeom prst="rect">
            <a:avLst/>
          </a:prstGeom>
        </p:spPr>
      </p:pic>
      <p:pic>
        <p:nvPicPr>
          <p:cNvPr id="13" name="Picture 12">
            <a:extLst>
              <a:ext uri="{FF2B5EF4-FFF2-40B4-BE49-F238E27FC236}">
                <a16:creationId xmlns:a16="http://schemas.microsoft.com/office/drawing/2014/main" id="{628AD4BE-ADF3-A35A-6A81-43BFEFAD8315}"/>
              </a:ext>
            </a:extLst>
          </p:cNvPr>
          <p:cNvPicPr>
            <a:picLocks noChangeAspect="1"/>
          </p:cNvPicPr>
          <p:nvPr/>
        </p:nvPicPr>
        <p:blipFill>
          <a:blip r:embed="rId5">
            <a:extLst>
              <a:ext uri="{28A0092B-C50C-407E-A947-70E740481C1C}">
                <a14:useLocalDpi xmlns:a14="http://schemas.microsoft.com/office/drawing/2010/main" val="0"/>
              </a:ext>
            </a:extLst>
          </a:blip>
          <a:srcRect l="17388" r="17388"/>
          <a:stretch/>
        </p:blipFill>
        <p:spPr>
          <a:xfrm>
            <a:off x="6249970" y="1673007"/>
            <a:ext cx="5722574" cy="4935177"/>
          </a:xfrm>
          <a:prstGeom prst="rect">
            <a:avLst/>
          </a:prstGeom>
        </p:spPr>
      </p:pic>
      <p:sp>
        <p:nvSpPr>
          <p:cNvPr id="15" name="TextBox 14">
            <a:extLst>
              <a:ext uri="{FF2B5EF4-FFF2-40B4-BE49-F238E27FC236}">
                <a16:creationId xmlns:a16="http://schemas.microsoft.com/office/drawing/2014/main" id="{FFCF1AFD-AEA8-DA6B-B32D-1253FD950189}"/>
              </a:ext>
            </a:extLst>
          </p:cNvPr>
          <p:cNvSpPr txBox="1"/>
          <p:nvPr/>
        </p:nvSpPr>
        <p:spPr>
          <a:xfrm>
            <a:off x="178418" y="1426463"/>
            <a:ext cx="11835164" cy="784830"/>
          </a:xfrm>
          <a:prstGeom prst="rect">
            <a:avLst/>
          </a:prstGeom>
          <a:noFill/>
        </p:spPr>
        <p:txBody>
          <a:bodyPr wrap="square" rtlCol="0">
            <a:spAutoFit/>
          </a:bodyPr>
          <a:lstStyle/>
          <a:p>
            <a:r>
              <a:rPr lang="en-GB" sz="4500" dirty="0">
                <a:solidFill>
                  <a:srgbClr val="A68521"/>
                </a:solidFill>
                <a:latin typeface="Tw Cen MT" panose="020B0602020104020603" pitchFamily="34" charset="0"/>
              </a:rPr>
              <a:t>User Types</a:t>
            </a:r>
          </a:p>
        </p:txBody>
      </p:sp>
    </p:spTree>
    <p:extLst>
      <p:ext uri="{BB962C8B-B14F-4D97-AF65-F5344CB8AC3E}">
        <p14:creationId xmlns:p14="http://schemas.microsoft.com/office/powerpoint/2010/main" val="1462717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8B250-ED3F-B5AD-0ACC-86A0602E4A45}"/>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5BFDAEF-DDA0-30ED-BEE4-95B34A93AA52}"/>
              </a:ext>
            </a:extLst>
          </p:cNvPr>
          <p:cNvSpPr/>
          <p:nvPr/>
        </p:nvSpPr>
        <p:spPr>
          <a:xfrm>
            <a:off x="383286" y="1115568"/>
            <a:ext cx="3567684" cy="5294375"/>
          </a:xfrm>
          <a:prstGeom prst="round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Rounded Corners 10">
            <a:extLst>
              <a:ext uri="{FF2B5EF4-FFF2-40B4-BE49-F238E27FC236}">
                <a16:creationId xmlns:a16="http://schemas.microsoft.com/office/drawing/2014/main" id="{A256AE64-5FF2-917F-1D50-90240012F94C}"/>
              </a:ext>
            </a:extLst>
          </p:cNvPr>
          <p:cNvSpPr/>
          <p:nvPr/>
        </p:nvSpPr>
        <p:spPr>
          <a:xfrm>
            <a:off x="4312158" y="1115568"/>
            <a:ext cx="3567684" cy="5294375"/>
          </a:xfrm>
          <a:prstGeom prst="round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Rectangle: Rounded Corners 13">
            <a:extLst>
              <a:ext uri="{FF2B5EF4-FFF2-40B4-BE49-F238E27FC236}">
                <a16:creationId xmlns:a16="http://schemas.microsoft.com/office/drawing/2014/main" id="{967E6AEE-D9E7-DB9B-A0D1-8E4AB47663CD}"/>
              </a:ext>
            </a:extLst>
          </p:cNvPr>
          <p:cNvSpPr/>
          <p:nvPr/>
        </p:nvSpPr>
        <p:spPr>
          <a:xfrm>
            <a:off x="8241030" y="1115568"/>
            <a:ext cx="3567684" cy="5294375"/>
          </a:xfrm>
          <a:prstGeom prst="round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TextBox 15">
            <a:extLst>
              <a:ext uri="{FF2B5EF4-FFF2-40B4-BE49-F238E27FC236}">
                <a16:creationId xmlns:a16="http://schemas.microsoft.com/office/drawing/2014/main" id="{775C2F40-7E20-C5D5-8CD8-AFC748C59635}"/>
              </a:ext>
            </a:extLst>
          </p:cNvPr>
          <p:cNvSpPr txBox="1"/>
          <p:nvPr/>
        </p:nvSpPr>
        <p:spPr>
          <a:xfrm>
            <a:off x="548640" y="2166186"/>
            <a:ext cx="3236976" cy="3693319"/>
          </a:xfrm>
          <a:prstGeom prst="rect">
            <a:avLst/>
          </a:prstGeom>
          <a:noFill/>
        </p:spPr>
        <p:txBody>
          <a:bodyPr wrap="square" rtlCol="0">
            <a:spAutoFit/>
          </a:bodyPr>
          <a:lstStyle/>
          <a:p>
            <a:r>
              <a:rPr lang="en-GB" b="1" dirty="0">
                <a:solidFill>
                  <a:srgbClr val="F2F0EF"/>
                </a:solidFill>
              </a:rPr>
              <a:t>Name: </a:t>
            </a:r>
            <a:r>
              <a:rPr lang="en-GB" dirty="0">
                <a:solidFill>
                  <a:srgbClr val="F2F0EF"/>
                </a:solidFill>
              </a:rPr>
              <a:t>Jessica</a:t>
            </a:r>
          </a:p>
          <a:p>
            <a:r>
              <a:rPr lang="en-GB" b="1" dirty="0">
                <a:solidFill>
                  <a:srgbClr val="F2F0EF"/>
                </a:solidFill>
              </a:rPr>
              <a:t>Age: </a:t>
            </a:r>
            <a:r>
              <a:rPr lang="en-GB" dirty="0">
                <a:solidFill>
                  <a:srgbClr val="F2F0EF"/>
                </a:solidFill>
              </a:rPr>
              <a:t>46</a:t>
            </a:r>
          </a:p>
          <a:p>
            <a:r>
              <a:rPr lang="en-GB" b="1" dirty="0">
                <a:solidFill>
                  <a:srgbClr val="F2F0EF"/>
                </a:solidFill>
              </a:rPr>
              <a:t>Industry: </a:t>
            </a:r>
            <a:r>
              <a:rPr lang="en-GB" dirty="0">
                <a:solidFill>
                  <a:srgbClr val="F2F0EF"/>
                </a:solidFill>
              </a:rPr>
              <a:t>Banking</a:t>
            </a:r>
            <a:endParaRPr lang="en-GB" b="1" dirty="0">
              <a:solidFill>
                <a:srgbClr val="F2F0EF"/>
              </a:solidFill>
            </a:endParaRPr>
          </a:p>
          <a:p>
            <a:r>
              <a:rPr lang="en-GB" b="1" dirty="0">
                <a:solidFill>
                  <a:srgbClr val="F2F0EF"/>
                </a:solidFill>
              </a:rPr>
              <a:t>Income: </a:t>
            </a:r>
            <a:r>
              <a:rPr lang="en-GB" dirty="0">
                <a:solidFill>
                  <a:srgbClr val="F2F0EF"/>
                </a:solidFill>
              </a:rPr>
              <a:t>£150,000+ pa</a:t>
            </a:r>
          </a:p>
          <a:p>
            <a:endParaRPr lang="en-GB" b="1" dirty="0">
              <a:solidFill>
                <a:srgbClr val="F2F0EF"/>
              </a:solidFill>
            </a:endParaRPr>
          </a:p>
          <a:p>
            <a:r>
              <a:rPr lang="en-GB" dirty="0">
                <a:solidFill>
                  <a:srgbClr val="F2F0EF"/>
                </a:solidFill>
              </a:rPr>
              <a:t>Jessica is in the banking industry and is subject to incredibly demanding hours. She gets very little time to herself and is taking an extended weekend away in a tropical location for some rest and relaxation.</a:t>
            </a:r>
          </a:p>
        </p:txBody>
      </p:sp>
      <p:pic>
        <p:nvPicPr>
          <p:cNvPr id="20" name="Picture 19">
            <a:extLst>
              <a:ext uri="{FF2B5EF4-FFF2-40B4-BE49-F238E27FC236}">
                <a16:creationId xmlns:a16="http://schemas.microsoft.com/office/drawing/2014/main" id="{F8EFD775-54A9-75E3-DC0E-B7D6BF34305F}"/>
              </a:ext>
            </a:extLst>
          </p:cNvPr>
          <p:cNvPicPr>
            <a:picLocks noChangeAspect="1"/>
          </p:cNvPicPr>
          <p:nvPr/>
        </p:nvPicPr>
        <p:blipFill>
          <a:blip r:embed="rId2">
            <a:extLst>
              <a:ext uri="{28A0092B-C50C-407E-A947-70E740481C1C}">
                <a14:useLocalDpi xmlns:a14="http://schemas.microsoft.com/office/drawing/2010/main" val="0"/>
              </a:ext>
            </a:extLst>
          </a:blip>
          <a:srcRect l="53100" t="7957" r="15455" b="36078"/>
          <a:stretch>
            <a:fillRect/>
          </a:stretch>
        </p:blipFill>
        <p:spPr>
          <a:xfrm>
            <a:off x="1283447" y="220116"/>
            <a:ext cx="1788509" cy="1790904"/>
          </a:xfrm>
          <a:prstGeom prst="ellipse">
            <a:avLst/>
          </a:prstGeom>
          <a:ln w="19050">
            <a:solidFill>
              <a:srgbClr val="A68516"/>
            </a:solidFill>
          </a:ln>
        </p:spPr>
      </p:pic>
      <p:sp>
        <p:nvSpPr>
          <p:cNvPr id="24" name="TextBox 23">
            <a:extLst>
              <a:ext uri="{FF2B5EF4-FFF2-40B4-BE49-F238E27FC236}">
                <a16:creationId xmlns:a16="http://schemas.microsoft.com/office/drawing/2014/main" id="{587FB940-FC43-63E0-B5EE-F0C4513E5AA9}"/>
              </a:ext>
            </a:extLst>
          </p:cNvPr>
          <p:cNvSpPr txBox="1"/>
          <p:nvPr/>
        </p:nvSpPr>
        <p:spPr>
          <a:xfrm>
            <a:off x="4477512" y="2166185"/>
            <a:ext cx="3236976" cy="3416320"/>
          </a:xfrm>
          <a:prstGeom prst="rect">
            <a:avLst/>
          </a:prstGeom>
          <a:noFill/>
        </p:spPr>
        <p:txBody>
          <a:bodyPr wrap="square" rtlCol="0">
            <a:spAutoFit/>
          </a:bodyPr>
          <a:lstStyle/>
          <a:p>
            <a:r>
              <a:rPr lang="en-GB" b="1" dirty="0">
                <a:solidFill>
                  <a:srgbClr val="F2F0EF"/>
                </a:solidFill>
              </a:rPr>
              <a:t>Name: </a:t>
            </a:r>
            <a:r>
              <a:rPr lang="en-GB" dirty="0">
                <a:solidFill>
                  <a:srgbClr val="F2F0EF"/>
                </a:solidFill>
              </a:rPr>
              <a:t>James</a:t>
            </a:r>
          </a:p>
          <a:p>
            <a:r>
              <a:rPr lang="en-GB" b="1" dirty="0">
                <a:solidFill>
                  <a:srgbClr val="F2F0EF"/>
                </a:solidFill>
              </a:rPr>
              <a:t>Age: </a:t>
            </a:r>
            <a:r>
              <a:rPr lang="en-GB" dirty="0">
                <a:solidFill>
                  <a:srgbClr val="F2F0EF"/>
                </a:solidFill>
              </a:rPr>
              <a:t>20</a:t>
            </a:r>
          </a:p>
          <a:p>
            <a:r>
              <a:rPr lang="en-GB" b="1" dirty="0">
                <a:solidFill>
                  <a:srgbClr val="F2F0EF"/>
                </a:solidFill>
              </a:rPr>
              <a:t>Industry: </a:t>
            </a:r>
            <a:r>
              <a:rPr lang="en-GB" dirty="0">
                <a:solidFill>
                  <a:srgbClr val="F2F0EF"/>
                </a:solidFill>
              </a:rPr>
              <a:t>Early Retired</a:t>
            </a:r>
            <a:endParaRPr lang="en-GB" b="1" dirty="0">
              <a:solidFill>
                <a:srgbClr val="F2F0EF"/>
              </a:solidFill>
            </a:endParaRPr>
          </a:p>
          <a:p>
            <a:r>
              <a:rPr lang="en-GB" b="1" dirty="0">
                <a:solidFill>
                  <a:srgbClr val="F2F0EF"/>
                </a:solidFill>
              </a:rPr>
              <a:t>Net Worth: </a:t>
            </a:r>
            <a:r>
              <a:rPr lang="en-GB" dirty="0">
                <a:solidFill>
                  <a:srgbClr val="F2F0EF"/>
                </a:solidFill>
              </a:rPr>
              <a:t>£25,000,000+</a:t>
            </a:r>
          </a:p>
          <a:p>
            <a:endParaRPr lang="en-GB" b="1" dirty="0">
              <a:solidFill>
                <a:srgbClr val="F2F0EF"/>
              </a:solidFill>
            </a:endParaRPr>
          </a:p>
          <a:p>
            <a:r>
              <a:rPr lang="en-GB" dirty="0">
                <a:solidFill>
                  <a:srgbClr val="F2F0EF"/>
                </a:solidFill>
              </a:rPr>
              <a:t>James made his fortune from selling his startup at a young age. He now spends his time partying and thrill-seeking. He frequently charters an aircraft for large groups but doesn’t find it worth it for just himself.</a:t>
            </a:r>
          </a:p>
        </p:txBody>
      </p:sp>
      <p:pic>
        <p:nvPicPr>
          <p:cNvPr id="26" name="Picture 25">
            <a:extLst>
              <a:ext uri="{FF2B5EF4-FFF2-40B4-BE49-F238E27FC236}">
                <a16:creationId xmlns:a16="http://schemas.microsoft.com/office/drawing/2014/main" id="{0FA6CAA1-C9B2-D8AD-F6A6-ADD953210DAF}"/>
              </a:ext>
            </a:extLst>
          </p:cNvPr>
          <p:cNvPicPr>
            <a:picLocks noChangeAspect="1"/>
          </p:cNvPicPr>
          <p:nvPr/>
        </p:nvPicPr>
        <p:blipFill>
          <a:blip r:embed="rId3">
            <a:extLst>
              <a:ext uri="{28A0092B-C50C-407E-A947-70E740481C1C}">
                <a14:useLocalDpi xmlns:a14="http://schemas.microsoft.com/office/drawing/2010/main" val="0"/>
              </a:ext>
            </a:extLst>
          </a:blip>
          <a:srcRect l="37550" t="6572" r="12320" b="17574"/>
          <a:stretch>
            <a:fillRect/>
          </a:stretch>
        </p:blipFill>
        <p:spPr>
          <a:xfrm>
            <a:off x="5212319" y="375281"/>
            <a:ext cx="1788509" cy="1790904"/>
          </a:xfrm>
          <a:prstGeom prst="ellipse">
            <a:avLst/>
          </a:prstGeom>
          <a:ln w="19050">
            <a:solidFill>
              <a:srgbClr val="A68516"/>
            </a:solidFill>
          </a:ln>
        </p:spPr>
      </p:pic>
      <p:sp>
        <p:nvSpPr>
          <p:cNvPr id="28" name="TextBox 27">
            <a:extLst>
              <a:ext uri="{FF2B5EF4-FFF2-40B4-BE49-F238E27FC236}">
                <a16:creationId xmlns:a16="http://schemas.microsoft.com/office/drawing/2014/main" id="{833711AF-639E-7E58-3328-D37E723057EA}"/>
              </a:ext>
            </a:extLst>
          </p:cNvPr>
          <p:cNvSpPr txBox="1"/>
          <p:nvPr/>
        </p:nvSpPr>
        <p:spPr>
          <a:xfrm>
            <a:off x="8406384" y="2166185"/>
            <a:ext cx="3236976" cy="3693319"/>
          </a:xfrm>
          <a:prstGeom prst="rect">
            <a:avLst/>
          </a:prstGeom>
          <a:noFill/>
        </p:spPr>
        <p:txBody>
          <a:bodyPr wrap="square" rtlCol="0">
            <a:spAutoFit/>
          </a:bodyPr>
          <a:lstStyle/>
          <a:p>
            <a:r>
              <a:rPr lang="en-GB" b="1" dirty="0">
                <a:solidFill>
                  <a:srgbClr val="F2F0EF"/>
                </a:solidFill>
              </a:rPr>
              <a:t>Name: </a:t>
            </a:r>
            <a:r>
              <a:rPr lang="en-GB" dirty="0">
                <a:solidFill>
                  <a:srgbClr val="F2F0EF"/>
                </a:solidFill>
              </a:rPr>
              <a:t>Peter</a:t>
            </a:r>
          </a:p>
          <a:p>
            <a:r>
              <a:rPr lang="en-GB" b="1" dirty="0">
                <a:solidFill>
                  <a:srgbClr val="F2F0EF"/>
                </a:solidFill>
              </a:rPr>
              <a:t>Age: </a:t>
            </a:r>
            <a:r>
              <a:rPr lang="en-GB" dirty="0">
                <a:solidFill>
                  <a:srgbClr val="F2F0EF"/>
                </a:solidFill>
              </a:rPr>
              <a:t>63</a:t>
            </a:r>
          </a:p>
          <a:p>
            <a:r>
              <a:rPr lang="en-GB" b="1" dirty="0">
                <a:solidFill>
                  <a:srgbClr val="F2F0EF"/>
                </a:solidFill>
              </a:rPr>
              <a:t>Industry: </a:t>
            </a:r>
            <a:r>
              <a:rPr lang="en-GB" dirty="0">
                <a:solidFill>
                  <a:srgbClr val="F2F0EF"/>
                </a:solidFill>
              </a:rPr>
              <a:t>Business Executive</a:t>
            </a:r>
            <a:endParaRPr lang="en-GB" b="1" dirty="0">
              <a:solidFill>
                <a:srgbClr val="F2F0EF"/>
              </a:solidFill>
            </a:endParaRPr>
          </a:p>
          <a:p>
            <a:r>
              <a:rPr lang="en-GB" b="1" dirty="0">
                <a:solidFill>
                  <a:srgbClr val="F2F0EF"/>
                </a:solidFill>
              </a:rPr>
              <a:t>Income: </a:t>
            </a:r>
            <a:r>
              <a:rPr lang="en-GB" dirty="0">
                <a:solidFill>
                  <a:srgbClr val="F2F0EF"/>
                </a:solidFill>
              </a:rPr>
              <a:t>£3,000,000+ pa</a:t>
            </a:r>
          </a:p>
          <a:p>
            <a:endParaRPr lang="en-GB" b="1" dirty="0">
              <a:solidFill>
                <a:srgbClr val="F2F0EF"/>
              </a:solidFill>
            </a:endParaRPr>
          </a:p>
          <a:p>
            <a:r>
              <a:rPr lang="en-GB" dirty="0">
                <a:solidFill>
                  <a:srgbClr val="F2F0EF"/>
                </a:solidFill>
              </a:rPr>
              <a:t>Peter has spent his life climbing the corporate ladder and is slowly preparing himself for his retirement. Like Jessica, he has little spare time. He most frequently travels to North America and Asia for business trips.</a:t>
            </a:r>
          </a:p>
        </p:txBody>
      </p:sp>
      <p:pic>
        <p:nvPicPr>
          <p:cNvPr id="30" name="Picture 29">
            <a:extLst>
              <a:ext uri="{FF2B5EF4-FFF2-40B4-BE49-F238E27FC236}">
                <a16:creationId xmlns:a16="http://schemas.microsoft.com/office/drawing/2014/main" id="{684D2521-D49A-5433-F156-24A0965112C9}"/>
              </a:ext>
            </a:extLst>
          </p:cNvPr>
          <p:cNvPicPr>
            <a:picLocks noChangeAspect="1"/>
          </p:cNvPicPr>
          <p:nvPr/>
        </p:nvPicPr>
        <p:blipFill>
          <a:blip r:embed="rId4">
            <a:extLst>
              <a:ext uri="{28A0092B-C50C-407E-A947-70E740481C1C}">
                <a14:useLocalDpi xmlns:a14="http://schemas.microsoft.com/office/drawing/2010/main" val="0"/>
              </a:ext>
            </a:extLst>
          </a:blip>
          <a:srcRect l="12976" t="1888" r="22772" b="50000"/>
          <a:stretch>
            <a:fillRect/>
          </a:stretch>
        </p:blipFill>
        <p:spPr>
          <a:xfrm>
            <a:off x="9141191" y="375281"/>
            <a:ext cx="1788509" cy="1790904"/>
          </a:xfrm>
          <a:prstGeom prst="ellipse">
            <a:avLst/>
          </a:prstGeom>
          <a:ln w="19050">
            <a:solidFill>
              <a:srgbClr val="A68516"/>
            </a:solidFill>
          </a:ln>
        </p:spPr>
      </p:pic>
    </p:spTree>
    <p:extLst>
      <p:ext uri="{BB962C8B-B14F-4D97-AF65-F5344CB8AC3E}">
        <p14:creationId xmlns:p14="http://schemas.microsoft.com/office/powerpoint/2010/main" val="154790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par>
                                <p:cTn id="22" presetID="10" presetClass="entr" presetSubtype="0" fill="hold"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par>
                                <p:cTn id="33" presetID="10"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4" grpId="0" animBg="1"/>
      <p:bldP spid="16" grpId="0"/>
      <p:bldP spid="24" grpId="0"/>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76A84-834E-5ABA-ACA2-B4ED37B6C52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8468D92-4F21-BC5B-06E2-247403FE0827}"/>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6693C7E1-016E-C252-67F8-B3C64E8E2D8B}"/>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Aims &amp; Objectives</a:t>
            </a:r>
          </a:p>
        </p:txBody>
      </p:sp>
      <p:pic>
        <p:nvPicPr>
          <p:cNvPr id="7" name="Picture 6">
            <a:extLst>
              <a:ext uri="{FF2B5EF4-FFF2-40B4-BE49-F238E27FC236}">
                <a16:creationId xmlns:a16="http://schemas.microsoft.com/office/drawing/2014/main" id="{6246FBFC-8C3B-3EFD-24EC-54834222CBF7}"/>
              </a:ext>
            </a:extLst>
          </p:cNvPr>
          <p:cNvPicPr>
            <a:picLocks noChangeAspect="1"/>
          </p:cNvPicPr>
          <p:nvPr/>
        </p:nvPicPr>
        <p:blipFill>
          <a:blip r:embed="rId2">
            <a:extLst>
              <a:ext uri="{28A0092B-C50C-407E-A947-70E740481C1C}">
                <a14:useLocalDpi xmlns:a14="http://schemas.microsoft.com/office/drawing/2010/main" val="0"/>
              </a:ext>
            </a:extLst>
          </a:blip>
          <a:srcRect l="15329" r="25633" b="33177"/>
          <a:stretch>
            <a:fillRect/>
          </a:stretch>
        </p:blipFill>
        <p:spPr>
          <a:xfrm>
            <a:off x="10004379" y="96011"/>
            <a:ext cx="1968165" cy="1152144"/>
          </a:xfrm>
          <a:prstGeom prst="rect">
            <a:avLst/>
          </a:prstGeom>
        </p:spPr>
      </p:pic>
      <p:sp>
        <p:nvSpPr>
          <p:cNvPr id="11" name="TextBox 10">
            <a:extLst>
              <a:ext uri="{FF2B5EF4-FFF2-40B4-BE49-F238E27FC236}">
                <a16:creationId xmlns:a16="http://schemas.microsoft.com/office/drawing/2014/main" id="{A7AEE3D5-EA60-979A-B78B-97CFF83B47BB}"/>
              </a:ext>
            </a:extLst>
          </p:cNvPr>
          <p:cNvSpPr txBox="1"/>
          <p:nvPr/>
        </p:nvSpPr>
        <p:spPr>
          <a:xfrm>
            <a:off x="178418" y="1426463"/>
            <a:ext cx="11835164" cy="784830"/>
          </a:xfrm>
          <a:prstGeom prst="rect">
            <a:avLst/>
          </a:prstGeom>
          <a:noFill/>
        </p:spPr>
        <p:txBody>
          <a:bodyPr wrap="square" rtlCol="0">
            <a:spAutoFit/>
          </a:bodyPr>
          <a:lstStyle/>
          <a:p>
            <a:r>
              <a:rPr lang="en-GB" sz="4500" dirty="0">
                <a:solidFill>
                  <a:srgbClr val="A68521"/>
                </a:solidFill>
                <a:latin typeface="Tw Cen MT" panose="020B0602020104020603" pitchFamily="34" charset="0"/>
              </a:rPr>
              <a:t>Threshold</a:t>
            </a:r>
          </a:p>
        </p:txBody>
      </p:sp>
      <p:sp>
        <p:nvSpPr>
          <p:cNvPr id="14" name="TextBox 13">
            <a:extLst>
              <a:ext uri="{FF2B5EF4-FFF2-40B4-BE49-F238E27FC236}">
                <a16:creationId xmlns:a16="http://schemas.microsoft.com/office/drawing/2014/main" id="{3A72649A-A133-5A74-9582-0A2661392713}"/>
              </a:ext>
            </a:extLst>
          </p:cNvPr>
          <p:cNvSpPr txBox="1"/>
          <p:nvPr/>
        </p:nvSpPr>
        <p:spPr>
          <a:xfrm>
            <a:off x="146304" y="2221652"/>
            <a:ext cx="11826240" cy="1631216"/>
          </a:xfrm>
          <a:prstGeom prst="rect">
            <a:avLst/>
          </a:prstGeom>
          <a:noFill/>
        </p:spPr>
        <p:txBody>
          <a:bodyPr wrap="square" rtlCol="0">
            <a:spAutoFit/>
          </a:bodyPr>
          <a:lstStyle/>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Flight operations managers can add flights,</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Passengers can book on to flights,</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GUI,</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Use a database containing 4 tables in 3NF,</a:t>
            </a:r>
          </a:p>
        </p:txBody>
      </p:sp>
      <p:pic>
        <p:nvPicPr>
          <p:cNvPr id="15" name="Picture 14">
            <a:extLst>
              <a:ext uri="{FF2B5EF4-FFF2-40B4-BE49-F238E27FC236}">
                <a16:creationId xmlns:a16="http://schemas.microsoft.com/office/drawing/2014/main" id="{3DABF34A-1BB3-007D-7386-AEEF4516D302}"/>
              </a:ext>
            </a:extLst>
          </p:cNvPr>
          <p:cNvPicPr>
            <a:picLocks noChangeAspect="1"/>
          </p:cNvPicPr>
          <p:nvPr/>
        </p:nvPicPr>
        <p:blipFill>
          <a:blip r:embed="rId3"/>
          <a:srcRect l="13130" r="13781"/>
          <a:stretch>
            <a:fillRect/>
          </a:stretch>
        </p:blipFill>
        <p:spPr>
          <a:xfrm>
            <a:off x="652552" y="4245912"/>
            <a:ext cx="3070138" cy="2362831"/>
          </a:xfrm>
          <a:prstGeom prst="rect">
            <a:avLst/>
          </a:prstGeom>
        </p:spPr>
      </p:pic>
      <p:pic>
        <p:nvPicPr>
          <p:cNvPr id="17" name="Picture 16">
            <a:extLst>
              <a:ext uri="{FF2B5EF4-FFF2-40B4-BE49-F238E27FC236}">
                <a16:creationId xmlns:a16="http://schemas.microsoft.com/office/drawing/2014/main" id="{0E2580A9-148F-ED1D-B4BA-D6321A703F65}"/>
              </a:ext>
            </a:extLst>
          </p:cNvPr>
          <p:cNvPicPr>
            <a:picLocks noChangeAspect="1"/>
          </p:cNvPicPr>
          <p:nvPr/>
        </p:nvPicPr>
        <p:blipFill>
          <a:blip r:embed="rId4"/>
          <a:srcRect l="17276" r="9634"/>
          <a:stretch>
            <a:fillRect/>
          </a:stretch>
        </p:blipFill>
        <p:spPr>
          <a:xfrm>
            <a:off x="4560931" y="4245912"/>
            <a:ext cx="3070138" cy="2362830"/>
          </a:xfrm>
          <a:prstGeom prst="rect">
            <a:avLst/>
          </a:prstGeom>
        </p:spPr>
      </p:pic>
      <p:pic>
        <p:nvPicPr>
          <p:cNvPr id="16" name="Picture 15">
            <a:extLst>
              <a:ext uri="{FF2B5EF4-FFF2-40B4-BE49-F238E27FC236}">
                <a16:creationId xmlns:a16="http://schemas.microsoft.com/office/drawing/2014/main" id="{9C1574C1-37FB-D363-1CB6-1276EADC2AE0}"/>
              </a:ext>
            </a:extLst>
          </p:cNvPr>
          <p:cNvPicPr>
            <a:picLocks noChangeAspect="1"/>
          </p:cNvPicPr>
          <p:nvPr/>
        </p:nvPicPr>
        <p:blipFill>
          <a:blip r:embed="rId5"/>
          <a:srcRect r="26651"/>
          <a:stretch>
            <a:fillRect/>
          </a:stretch>
        </p:blipFill>
        <p:spPr>
          <a:xfrm>
            <a:off x="8469310" y="4254330"/>
            <a:ext cx="3070138" cy="2354413"/>
          </a:xfrm>
          <a:prstGeom prst="rect">
            <a:avLst/>
          </a:prstGeom>
        </p:spPr>
      </p:pic>
    </p:spTree>
    <p:extLst>
      <p:ext uri="{BB962C8B-B14F-4D97-AF65-F5344CB8AC3E}">
        <p14:creationId xmlns:p14="http://schemas.microsoft.com/office/powerpoint/2010/main" val="3084165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B703A-E96C-0716-16F2-DE51630F2F8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817BDC0-F243-522A-7BE2-633957794D23}"/>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A6F8E561-80C4-2AC7-0D89-95886F99EAD2}"/>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Aims &amp; Objectives</a:t>
            </a:r>
          </a:p>
        </p:txBody>
      </p:sp>
      <p:pic>
        <p:nvPicPr>
          <p:cNvPr id="7" name="Picture 6">
            <a:extLst>
              <a:ext uri="{FF2B5EF4-FFF2-40B4-BE49-F238E27FC236}">
                <a16:creationId xmlns:a16="http://schemas.microsoft.com/office/drawing/2014/main" id="{7B0CF02E-7E08-0C8D-31DC-21594141B77C}"/>
              </a:ext>
            </a:extLst>
          </p:cNvPr>
          <p:cNvPicPr>
            <a:picLocks noChangeAspect="1"/>
          </p:cNvPicPr>
          <p:nvPr/>
        </p:nvPicPr>
        <p:blipFill>
          <a:blip r:embed="rId2">
            <a:extLst>
              <a:ext uri="{28A0092B-C50C-407E-A947-70E740481C1C}">
                <a14:useLocalDpi xmlns:a14="http://schemas.microsoft.com/office/drawing/2010/main" val="0"/>
              </a:ext>
            </a:extLst>
          </a:blip>
          <a:srcRect l="15329" r="25633" b="33177"/>
          <a:stretch>
            <a:fillRect/>
          </a:stretch>
        </p:blipFill>
        <p:spPr>
          <a:xfrm>
            <a:off x="10004379" y="96011"/>
            <a:ext cx="1968165" cy="1152144"/>
          </a:xfrm>
          <a:prstGeom prst="rect">
            <a:avLst/>
          </a:prstGeom>
        </p:spPr>
      </p:pic>
      <p:sp>
        <p:nvSpPr>
          <p:cNvPr id="11" name="TextBox 10">
            <a:extLst>
              <a:ext uri="{FF2B5EF4-FFF2-40B4-BE49-F238E27FC236}">
                <a16:creationId xmlns:a16="http://schemas.microsoft.com/office/drawing/2014/main" id="{BA3348CB-7E13-8174-0978-F09F4D86EB60}"/>
              </a:ext>
            </a:extLst>
          </p:cNvPr>
          <p:cNvSpPr txBox="1"/>
          <p:nvPr/>
        </p:nvSpPr>
        <p:spPr>
          <a:xfrm>
            <a:off x="178418" y="1426463"/>
            <a:ext cx="11835164" cy="784830"/>
          </a:xfrm>
          <a:prstGeom prst="rect">
            <a:avLst/>
          </a:prstGeom>
          <a:noFill/>
        </p:spPr>
        <p:txBody>
          <a:bodyPr wrap="square" rtlCol="0">
            <a:spAutoFit/>
          </a:bodyPr>
          <a:lstStyle/>
          <a:p>
            <a:r>
              <a:rPr lang="en-GB" sz="4500" dirty="0">
                <a:solidFill>
                  <a:srgbClr val="A68521"/>
                </a:solidFill>
                <a:latin typeface="Tw Cen MT" panose="020B0602020104020603" pitchFamily="34" charset="0"/>
              </a:rPr>
              <a:t>Target</a:t>
            </a:r>
          </a:p>
        </p:txBody>
      </p:sp>
      <p:sp>
        <p:nvSpPr>
          <p:cNvPr id="14" name="TextBox 13">
            <a:extLst>
              <a:ext uri="{FF2B5EF4-FFF2-40B4-BE49-F238E27FC236}">
                <a16:creationId xmlns:a16="http://schemas.microsoft.com/office/drawing/2014/main" id="{2CF948D4-2FF4-B1D7-FBAF-B9EC0F2DF18D}"/>
              </a:ext>
            </a:extLst>
          </p:cNvPr>
          <p:cNvSpPr txBox="1"/>
          <p:nvPr/>
        </p:nvSpPr>
        <p:spPr>
          <a:xfrm>
            <a:off x="146304" y="2221652"/>
            <a:ext cx="11826240" cy="2785378"/>
          </a:xfrm>
          <a:prstGeom prst="rect">
            <a:avLst/>
          </a:prstGeom>
          <a:noFill/>
        </p:spPr>
        <p:txBody>
          <a:bodyPr wrap="square" rtlCol="0">
            <a:spAutoFit/>
          </a:bodyPr>
          <a:lstStyle/>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Secure user login,</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Flight scheduling,</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Search for flights,</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Implement separate account types for each user type,</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Flight operations managers can see flight / route performance over time,</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Booking passengers can give the passport details of the people in their group,</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PDF boarding passes,</a:t>
            </a:r>
          </a:p>
        </p:txBody>
      </p:sp>
    </p:spTree>
    <p:extLst>
      <p:ext uri="{BB962C8B-B14F-4D97-AF65-F5344CB8AC3E}">
        <p14:creationId xmlns:p14="http://schemas.microsoft.com/office/powerpoint/2010/main" val="2706271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A38FF-E58E-E5EA-4DE8-842353E4ABF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56BC07A-2B73-FA60-A6E2-5D16F36AE8D1}"/>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DA274E42-6EE1-F70F-6EF7-7A9A2D80DE37}"/>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Aims &amp; Objectives</a:t>
            </a:r>
          </a:p>
        </p:txBody>
      </p:sp>
      <p:pic>
        <p:nvPicPr>
          <p:cNvPr id="7" name="Picture 6">
            <a:extLst>
              <a:ext uri="{FF2B5EF4-FFF2-40B4-BE49-F238E27FC236}">
                <a16:creationId xmlns:a16="http://schemas.microsoft.com/office/drawing/2014/main" id="{C0B19D34-B096-380F-2C9E-A0F05A5B1912}"/>
              </a:ext>
            </a:extLst>
          </p:cNvPr>
          <p:cNvPicPr>
            <a:picLocks noChangeAspect="1"/>
          </p:cNvPicPr>
          <p:nvPr/>
        </p:nvPicPr>
        <p:blipFill>
          <a:blip r:embed="rId2">
            <a:extLst>
              <a:ext uri="{28A0092B-C50C-407E-A947-70E740481C1C}">
                <a14:useLocalDpi xmlns:a14="http://schemas.microsoft.com/office/drawing/2010/main" val="0"/>
              </a:ext>
            </a:extLst>
          </a:blip>
          <a:srcRect l="15329" r="25633" b="33177"/>
          <a:stretch>
            <a:fillRect/>
          </a:stretch>
        </p:blipFill>
        <p:spPr>
          <a:xfrm>
            <a:off x="10004379" y="96011"/>
            <a:ext cx="1968165" cy="1152144"/>
          </a:xfrm>
          <a:prstGeom prst="rect">
            <a:avLst/>
          </a:prstGeom>
        </p:spPr>
      </p:pic>
      <p:sp>
        <p:nvSpPr>
          <p:cNvPr id="11" name="TextBox 10">
            <a:extLst>
              <a:ext uri="{FF2B5EF4-FFF2-40B4-BE49-F238E27FC236}">
                <a16:creationId xmlns:a16="http://schemas.microsoft.com/office/drawing/2014/main" id="{3076F632-0BE5-1DCB-DD2E-9BC5FFB9B749}"/>
              </a:ext>
            </a:extLst>
          </p:cNvPr>
          <p:cNvSpPr txBox="1"/>
          <p:nvPr/>
        </p:nvSpPr>
        <p:spPr>
          <a:xfrm>
            <a:off x="178418" y="1426463"/>
            <a:ext cx="11835164" cy="784830"/>
          </a:xfrm>
          <a:prstGeom prst="rect">
            <a:avLst/>
          </a:prstGeom>
          <a:noFill/>
        </p:spPr>
        <p:txBody>
          <a:bodyPr wrap="square" rtlCol="0">
            <a:spAutoFit/>
          </a:bodyPr>
          <a:lstStyle/>
          <a:p>
            <a:r>
              <a:rPr lang="en-GB" sz="4500" dirty="0">
                <a:solidFill>
                  <a:srgbClr val="A68521"/>
                </a:solidFill>
                <a:latin typeface="Tw Cen MT" panose="020B0602020104020603" pitchFamily="34" charset="0"/>
              </a:rPr>
              <a:t>Stretch</a:t>
            </a:r>
          </a:p>
        </p:txBody>
      </p:sp>
      <p:sp>
        <p:nvSpPr>
          <p:cNvPr id="14" name="TextBox 13">
            <a:extLst>
              <a:ext uri="{FF2B5EF4-FFF2-40B4-BE49-F238E27FC236}">
                <a16:creationId xmlns:a16="http://schemas.microsoft.com/office/drawing/2014/main" id="{D44E2132-AF14-3DA5-E962-29A0949DA9C4}"/>
              </a:ext>
            </a:extLst>
          </p:cNvPr>
          <p:cNvSpPr txBox="1"/>
          <p:nvPr/>
        </p:nvSpPr>
        <p:spPr>
          <a:xfrm>
            <a:off x="146304" y="2221652"/>
            <a:ext cx="11826240" cy="2785378"/>
          </a:xfrm>
          <a:prstGeom prst="rect">
            <a:avLst/>
          </a:prstGeom>
          <a:noFill/>
        </p:spPr>
        <p:txBody>
          <a:bodyPr wrap="square" rtlCol="0">
            <a:spAutoFit/>
          </a:bodyPr>
          <a:lstStyle/>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Email validation and boarding passes,</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Stripe test API for payments,</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Articles for destinations added by flight operations managers,</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Advanced search for nearby flights using quick sort,</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Dynamic pricing,</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Autofill passenger details,</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Different </a:t>
            </a:r>
            <a:r>
              <a:rPr lang="en-GB" sz="2500">
                <a:solidFill>
                  <a:srgbClr val="F2F0EF"/>
                </a:solidFill>
                <a:latin typeface="Tw Cen MT" panose="020B0602020104020603" pitchFamily="34" charset="0"/>
              </a:rPr>
              <a:t>aircraft types </a:t>
            </a:r>
            <a:r>
              <a:rPr lang="en-GB" sz="2500" dirty="0">
                <a:solidFill>
                  <a:srgbClr val="F2F0EF"/>
                </a:solidFill>
                <a:latin typeface="Tw Cen MT" panose="020B0602020104020603" pitchFamily="34" charset="0"/>
              </a:rPr>
              <a:t>have different seat maps,</a:t>
            </a:r>
          </a:p>
        </p:txBody>
      </p:sp>
    </p:spTree>
    <p:extLst>
      <p:ext uri="{BB962C8B-B14F-4D97-AF65-F5344CB8AC3E}">
        <p14:creationId xmlns:p14="http://schemas.microsoft.com/office/powerpoint/2010/main" val="4269873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8E626-67D8-706D-C8A1-FA4018BC6C0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A8ABA72-0E81-85A5-C697-B1DFBEB86C7D}"/>
              </a:ext>
            </a:extLst>
          </p:cNvPr>
          <p:cNvSpPr/>
          <p:nvPr/>
        </p:nvSpPr>
        <p:spPr>
          <a:xfrm>
            <a:off x="-128016" y="-82296"/>
            <a:ext cx="12490704" cy="1508760"/>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A2A32EDF-384D-4A7F-45E4-5ED2C0795957}"/>
              </a:ext>
            </a:extLst>
          </p:cNvPr>
          <p:cNvSpPr txBox="1"/>
          <p:nvPr/>
        </p:nvSpPr>
        <p:spPr>
          <a:xfrm>
            <a:off x="146304" y="164252"/>
            <a:ext cx="9034272" cy="1015663"/>
          </a:xfrm>
          <a:prstGeom prst="rect">
            <a:avLst/>
          </a:prstGeom>
          <a:noFill/>
        </p:spPr>
        <p:txBody>
          <a:bodyPr wrap="square" rtlCol="0">
            <a:spAutoFit/>
          </a:bodyPr>
          <a:lstStyle/>
          <a:p>
            <a:r>
              <a:rPr lang="en-GB" sz="6000" dirty="0">
                <a:solidFill>
                  <a:srgbClr val="F2F0EF"/>
                </a:solidFill>
                <a:latin typeface="Tw Cen MT" panose="020B0602020104020603" pitchFamily="34" charset="0"/>
              </a:rPr>
              <a:t>Limitations</a:t>
            </a:r>
          </a:p>
        </p:txBody>
      </p:sp>
      <p:pic>
        <p:nvPicPr>
          <p:cNvPr id="7" name="Picture 6">
            <a:extLst>
              <a:ext uri="{FF2B5EF4-FFF2-40B4-BE49-F238E27FC236}">
                <a16:creationId xmlns:a16="http://schemas.microsoft.com/office/drawing/2014/main" id="{A18B9388-07D9-8567-6C59-47C0241AA942}"/>
              </a:ext>
            </a:extLst>
          </p:cNvPr>
          <p:cNvPicPr>
            <a:picLocks noChangeAspect="1"/>
          </p:cNvPicPr>
          <p:nvPr/>
        </p:nvPicPr>
        <p:blipFill>
          <a:blip r:embed="rId2">
            <a:extLst>
              <a:ext uri="{28A0092B-C50C-407E-A947-70E740481C1C}">
                <a14:useLocalDpi xmlns:a14="http://schemas.microsoft.com/office/drawing/2010/main" val="0"/>
              </a:ext>
            </a:extLst>
          </a:blip>
          <a:srcRect l="15329" r="25633" b="33177"/>
          <a:stretch>
            <a:fillRect/>
          </a:stretch>
        </p:blipFill>
        <p:spPr>
          <a:xfrm>
            <a:off x="10004379" y="96011"/>
            <a:ext cx="1968165" cy="1152144"/>
          </a:xfrm>
          <a:prstGeom prst="rect">
            <a:avLst/>
          </a:prstGeom>
        </p:spPr>
      </p:pic>
      <p:sp>
        <p:nvSpPr>
          <p:cNvPr id="14" name="TextBox 13">
            <a:extLst>
              <a:ext uri="{FF2B5EF4-FFF2-40B4-BE49-F238E27FC236}">
                <a16:creationId xmlns:a16="http://schemas.microsoft.com/office/drawing/2014/main" id="{9E31D274-5736-DE26-5FF4-852E19AE7CBA}"/>
              </a:ext>
            </a:extLst>
          </p:cNvPr>
          <p:cNvSpPr txBox="1"/>
          <p:nvPr/>
        </p:nvSpPr>
        <p:spPr>
          <a:xfrm>
            <a:off x="146304" y="1604771"/>
            <a:ext cx="5559171" cy="3170099"/>
          </a:xfrm>
          <a:prstGeom prst="rect">
            <a:avLst/>
          </a:prstGeom>
          <a:noFill/>
        </p:spPr>
        <p:txBody>
          <a:bodyPr wrap="square" rtlCol="0">
            <a:spAutoFit/>
          </a:bodyPr>
          <a:lstStyle/>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Will not coordinate aircraft locations,</a:t>
            </a:r>
          </a:p>
          <a:p>
            <a:pPr marL="285750" indent="-285750">
              <a:buFont typeface="Arial" panose="020B0604020202020204" pitchFamily="34" charset="0"/>
              <a:buChar char="•"/>
            </a:pPr>
            <a:r>
              <a:rPr lang="en-GB" sz="2500" dirty="0">
                <a:solidFill>
                  <a:srgbClr val="F2F0EF"/>
                </a:solidFill>
                <a:latin typeface="Tw Cen MT" panose="020B0602020104020603" pitchFamily="34" charset="0"/>
              </a:rPr>
              <a:t>Risk of server strain,</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Will not coordinate crew schedules,</a:t>
            </a:r>
          </a:p>
          <a:p>
            <a:pPr marL="285750" indent="-285750">
              <a:buFont typeface="Arial" panose="020B0604020202020204" pitchFamily="34" charset="0"/>
              <a:buChar char="•"/>
            </a:pPr>
            <a:r>
              <a:rPr lang="en-GB" sz="2500" dirty="0">
                <a:solidFill>
                  <a:srgbClr val="F2F0EF"/>
                </a:solidFill>
                <a:latin typeface="Tw Cen MT" panose="020B0602020104020603" pitchFamily="34" charset="0"/>
              </a:rPr>
              <a:t>No mobile app,</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Will not handle any real money,</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Requires data protection audit,</a:t>
            </a:r>
          </a:p>
          <a:p>
            <a:pPr marL="285750" lvl="0" indent="-285750">
              <a:buFont typeface="Arial" panose="020B0604020202020204" pitchFamily="34" charset="0"/>
              <a:buChar char="•"/>
            </a:pPr>
            <a:r>
              <a:rPr lang="en-GB" sz="2500" dirty="0">
                <a:solidFill>
                  <a:srgbClr val="F2F0EF"/>
                </a:solidFill>
                <a:latin typeface="Tw Cen MT" panose="020B0602020104020603" pitchFamily="34" charset="0"/>
              </a:rPr>
              <a:t>No information about profitability of flights,</a:t>
            </a:r>
          </a:p>
        </p:txBody>
      </p:sp>
      <p:pic>
        <p:nvPicPr>
          <p:cNvPr id="4" name="Picture 3">
            <a:extLst>
              <a:ext uri="{FF2B5EF4-FFF2-40B4-BE49-F238E27FC236}">
                <a16:creationId xmlns:a16="http://schemas.microsoft.com/office/drawing/2014/main" id="{5132C39E-3692-1350-09A7-0E981A15BCA6}"/>
              </a:ext>
            </a:extLst>
          </p:cNvPr>
          <p:cNvPicPr>
            <a:picLocks noChangeAspect="1"/>
          </p:cNvPicPr>
          <p:nvPr/>
        </p:nvPicPr>
        <p:blipFill>
          <a:blip r:embed="rId3">
            <a:extLst>
              <a:ext uri="{28A0092B-C50C-407E-A947-70E740481C1C}">
                <a14:useLocalDpi xmlns:a14="http://schemas.microsoft.com/office/drawing/2010/main" val="0"/>
              </a:ext>
            </a:extLst>
          </a:blip>
          <a:srcRect l="17388" r="17388"/>
          <a:stretch/>
        </p:blipFill>
        <p:spPr>
          <a:xfrm>
            <a:off x="6249970" y="1673007"/>
            <a:ext cx="5722574" cy="4935177"/>
          </a:xfrm>
          <a:prstGeom prst="rect">
            <a:avLst/>
          </a:prstGeom>
        </p:spPr>
      </p:pic>
    </p:spTree>
    <p:extLst>
      <p:ext uri="{BB962C8B-B14F-4D97-AF65-F5344CB8AC3E}">
        <p14:creationId xmlns:p14="http://schemas.microsoft.com/office/powerpoint/2010/main" val="2719341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E095A-739D-9A14-6247-8A7C15C5EAC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34CC60F-7073-F0DE-7F23-A2A38752F234}"/>
              </a:ext>
            </a:extLst>
          </p:cNvPr>
          <p:cNvSpPr/>
          <p:nvPr/>
        </p:nvSpPr>
        <p:spPr>
          <a:xfrm>
            <a:off x="3092196" y="1911096"/>
            <a:ext cx="6289548" cy="2916936"/>
          </a:xfrm>
          <a:prstGeom prst="rect">
            <a:avLst/>
          </a:prstGeom>
          <a:solidFill>
            <a:srgbClr val="212121"/>
          </a:solidFill>
          <a:ln>
            <a:solidFill>
              <a:srgbClr val="A68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0" dirty="0">
                <a:solidFill>
                  <a:srgbClr val="A68521"/>
                </a:solidFill>
                <a:latin typeface="Brush Script MT" panose="03060802040406070304" pitchFamily="66" charset="0"/>
              </a:rPr>
              <a:t>Thank You</a:t>
            </a:r>
          </a:p>
        </p:txBody>
      </p:sp>
    </p:spTree>
    <p:extLst>
      <p:ext uri="{BB962C8B-B14F-4D97-AF65-F5344CB8AC3E}">
        <p14:creationId xmlns:p14="http://schemas.microsoft.com/office/powerpoint/2010/main" val="415915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640</Words>
  <Application>Microsoft Office PowerPoint</Application>
  <PresentationFormat>Widescreen</PresentationFormat>
  <Paragraphs>109</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Brush Script MT</vt:lpstr>
      <vt:lpstr>Tw Cen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George Cooke (Student)</dc:creator>
  <cp:lastModifiedBy>George Cooke (Student)</cp:lastModifiedBy>
  <cp:revision>1</cp:revision>
  <dcterms:created xsi:type="dcterms:W3CDTF">2026-06-14T13:27:51Z</dcterms:created>
  <dcterms:modified xsi:type="dcterms:W3CDTF">2026-06-17T08:53:36Z</dcterms:modified>
</cp:coreProperties>
</file>